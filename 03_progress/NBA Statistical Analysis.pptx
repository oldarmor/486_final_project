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Newsreader"/>
      <p:regular r:id="rId25"/>
      <p:bold r:id="rId26"/>
      <p:italic r:id="rId27"/>
      <p:boldItalic r:id="rId28"/>
    </p:embeddedFont>
    <p:embeddedFont>
      <p:font typeface="DM Sans Light"/>
      <p:regular r:id="rId29"/>
      <p:bold r:id="rId30"/>
      <p:italic r:id="rId31"/>
      <p:boldItalic r:id="rId32"/>
    </p:embeddedFont>
    <p:embeddedFont>
      <p:font typeface="DM Sans SemiBold"/>
      <p:regular r:id="rId33"/>
      <p:bold r:id="rId34"/>
      <p:italic r:id="rId35"/>
      <p:boldItalic r:id="rId36"/>
    </p:embeddedFont>
    <p:embeddedFont>
      <p:font typeface="DM Sans"/>
      <p:regular r:id="rId37"/>
      <p:bold r:id="rId38"/>
      <p:italic r:id="rId39"/>
      <p:boldItalic r:id="rId40"/>
    </p:embeddedFont>
    <p:embeddedFont>
      <p:font typeface="Newsreader SemiBold"/>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boldItalic.fntdata"/><Relationship Id="rId42" Type="http://schemas.openxmlformats.org/officeDocument/2006/relationships/font" Target="fonts/NewsreaderSemiBold-bold.fntdata"/><Relationship Id="rId41" Type="http://schemas.openxmlformats.org/officeDocument/2006/relationships/font" Target="fonts/NewsreaderSemiBold-regular.fntdata"/><Relationship Id="rId44" Type="http://schemas.openxmlformats.org/officeDocument/2006/relationships/font" Target="fonts/NewsreaderSemiBold-boldItalic.fntdata"/><Relationship Id="rId43" Type="http://schemas.openxmlformats.org/officeDocument/2006/relationships/font" Target="fonts/NewsreaderSemi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MSansLight-italic.fntdata"/><Relationship Id="rId30" Type="http://schemas.openxmlformats.org/officeDocument/2006/relationships/font" Target="fonts/DMSansLight-bold.fntdata"/><Relationship Id="rId33" Type="http://schemas.openxmlformats.org/officeDocument/2006/relationships/font" Target="fonts/DMSansSemiBold-regular.fntdata"/><Relationship Id="rId32" Type="http://schemas.openxmlformats.org/officeDocument/2006/relationships/font" Target="fonts/DMSansLight-boldItalic.fntdata"/><Relationship Id="rId35" Type="http://schemas.openxmlformats.org/officeDocument/2006/relationships/font" Target="fonts/DMSansSemiBold-italic.fntdata"/><Relationship Id="rId34" Type="http://schemas.openxmlformats.org/officeDocument/2006/relationships/font" Target="fonts/DMSansSemiBold-bold.fntdata"/><Relationship Id="rId37" Type="http://schemas.openxmlformats.org/officeDocument/2006/relationships/font" Target="fonts/DMSans-regular.fntdata"/><Relationship Id="rId36" Type="http://schemas.openxmlformats.org/officeDocument/2006/relationships/font" Target="fonts/DMSansSemiBold-boldItalic.fntdata"/><Relationship Id="rId39" Type="http://schemas.openxmlformats.org/officeDocument/2006/relationships/font" Target="fonts/DMSans-italic.fntdata"/><Relationship Id="rId38" Type="http://schemas.openxmlformats.org/officeDocument/2006/relationships/font" Target="fonts/DMSans-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font" Target="fonts/Newsreader-bold.fntdata"/><Relationship Id="rId25" Type="http://schemas.openxmlformats.org/officeDocument/2006/relationships/font" Target="fonts/Newsreader-regular.fntdata"/><Relationship Id="rId28" Type="http://schemas.openxmlformats.org/officeDocument/2006/relationships/font" Target="fonts/Newsreader-boldItalic.fntdata"/><Relationship Id="rId27" Type="http://schemas.openxmlformats.org/officeDocument/2006/relationships/font" Target="fonts/Newsreader-italic.fntdata"/><Relationship Id="rId29" Type="http://schemas.openxmlformats.org/officeDocument/2006/relationships/font" Target="fonts/DMSansLight-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8b3e41a0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8b3e41a0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8b3e41a02a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8b3e41a02a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8b3e41a02a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8b3e41a02a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8b3e41a02a_0_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8b3e41a02a_0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8b3e41a02a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38b3e41a02a_0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8b3e41a02a_0_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8b3e41a02a_0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8b3e41a02a_0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38b3e41a02a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8b3e41a02a_0_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8b3e41a02a_0_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8b3e41a02a_0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8b3e41a02a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8b3e41a02a_0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8b3e41a02a_0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8b3e41a02a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8b3e41a02a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8b3e41a02a_0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38b3e41a02a_0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8b3e41a02a_0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8b3e41a02a_0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8b3e41a02a_0_6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8b3e41a02a_0_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8b3e41a02a_0_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38b3e41a02a_0_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8b3e41a02a_0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8b3e41a02a_0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8b3e41a02a_0_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38b3e41a02a_0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8b3e41a02a_0_6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38b3e41a02a_0_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8b3e41a02a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38b3e41a02a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9" name="Shape 9"/>
        <p:cNvGrpSpPr/>
        <p:nvPr/>
      </p:nvGrpSpPr>
      <p:grpSpPr>
        <a:xfrm>
          <a:off x="0" y="0"/>
          <a:ext cx="0" cy="0"/>
          <a:chOff x="0" y="0"/>
          <a:chExt cx="0" cy="0"/>
        </a:xfrm>
      </p:grpSpPr>
      <p:sp>
        <p:nvSpPr>
          <p:cNvPr id="10" name="Google Shape;10;p2"/>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11" name="Google Shape;11;p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BLANK_1_1_1_1_3">
    <p:spTree>
      <p:nvGrpSpPr>
        <p:cNvPr id="13" name="Shape 13"/>
        <p:cNvGrpSpPr/>
        <p:nvPr/>
      </p:nvGrpSpPr>
      <p:grpSpPr>
        <a:xfrm>
          <a:off x="0" y="0"/>
          <a:ext cx="0" cy="0"/>
          <a:chOff x="0" y="0"/>
          <a:chExt cx="0" cy="0"/>
        </a:xfrm>
      </p:grpSpPr>
      <p:sp>
        <p:nvSpPr>
          <p:cNvPr id="14" name="Google Shape;14;p3"/>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15" name="Google Shape;15;p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17" name="Google Shape;17;p3"/>
          <p:cNvSpPr txBox="1"/>
          <p:nvPr>
            <p:ph idx="2" type="subTitle"/>
          </p:nvPr>
        </p:nvSpPr>
        <p:spPr>
          <a:xfrm>
            <a:off x="362125"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3" type="subTitle"/>
          </p:nvPr>
        </p:nvSpPr>
        <p:spPr>
          <a:xfrm>
            <a:off x="3154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4" type="subTitle"/>
          </p:nvPr>
        </p:nvSpPr>
        <p:spPr>
          <a:xfrm>
            <a:off x="6216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5" type="subTitle"/>
          </p:nvPr>
        </p:nvSpPr>
        <p:spPr>
          <a:xfrm>
            <a:off x="362125" y="2206700"/>
            <a:ext cx="2575800" cy="12483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yebrow ">
  <p:cSld name="BLANK_1_1_1_1_2_1">
    <p:spTree>
      <p:nvGrpSpPr>
        <p:cNvPr id="21" name="Shape 21"/>
        <p:cNvGrpSpPr/>
        <p:nvPr/>
      </p:nvGrpSpPr>
      <p:grpSpPr>
        <a:xfrm>
          <a:off x="0" y="0"/>
          <a:ext cx="0" cy="0"/>
          <a:chOff x="0" y="0"/>
          <a:chExt cx="0" cy="0"/>
        </a:xfrm>
      </p:grpSpPr>
      <p:sp>
        <p:nvSpPr>
          <p:cNvPr id="22" name="Google Shape;22;p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4"/>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4" name="Google Shape;24;p4"/>
          <p:cNvSpPr txBox="1"/>
          <p:nvPr>
            <p:ph idx="1"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bg>
      <p:bgPr>
        <a:solidFill>
          <a:schemeClr val="lt1"/>
        </a:solidFill>
      </p:bgPr>
    </p:bg>
    <p:spTree>
      <p:nvGrpSpPr>
        <p:cNvPr id="26" name="Shape 26"/>
        <p:cNvGrpSpPr/>
        <p:nvPr/>
      </p:nvGrpSpPr>
      <p:grpSpPr>
        <a:xfrm>
          <a:off x="0" y="0"/>
          <a:ext cx="0" cy="0"/>
          <a:chOff x="0" y="0"/>
          <a:chExt cx="0" cy="0"/>
        </a:xfrm>
      </p:grpSpPr>
      <p:sp>
        <p:nvSpPr>
          <p:cNvPr id="27" name="Google Shape;27;p5"/>
          <p:cNvSpPr txBox="1"/>
          <p:nvPr>
            <p:ph idx="1" type="subTitle"/>
          </p:nvPr>
        </p:nvSpPr>
        <p:spPr>
          <a:xfrm>
            <a:off x="3619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8" name="Google Shape;28;p5"/>
          <p:cNvSpPr txBox="1"/>
          <p:nvPr>
            <p:ph type="title"/>
          </p:nvPr>
        </p:nvSpPr>
        <p:spPr>
          <a:xfrm>
            <a:off x="361975" y="962100"/>
            <a:ext cx="4163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9" name="Google Shape;29;p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5"/>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1" name="Google Shape;31;p5"/>
          <p:cNvSpPr txBox="1"/>
          <p:nvPr>
            <p:ph idx="3" type="subTitle"/>
          </p:nvPr>
        </p:nvSpPr>
        <p:spPr>
          <a:xfrm>
            <a:off x="49096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2" name="Google Shape;32;p5"/>
          <p:cNvSpPr txBox="1"/>
          <p:nvPr>
            <p:ph idx="4" type="subTitle"/>
          </p:nvPr>
        </p:nvSpPr>
        <p:spPr>
          <a:xfrm>
            <a:off x="3619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3" name="Google Shape;33;p5"/>
          <p:cNvSpPr txBox="1"/>
          <p:nvPr>
            <p:ph idx="5" type="subTitle"/>
          </p:nvPr>
        </p:nvSpPr>
        <p:spPr>
          <a:xfrm>
            <a:off x="49096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4" name="Google Shape;34;p5"/>
          <p:cNvSpPr txBox="1"/>
          <p:nvPr>
            <p:ph idx="6" type="subTitle"/>
          </p:nvPr>
        </p:nvSpPr>
        <p:spPr>
          <a:xfrm>
            <a:off x="3619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5" name="Google Shape;35;p5"/>
          <p:cNvSpPr txBox="1"/>
          <p:nvPr>
            <p:ph idx="7" type="subTitle"/>
          </p:nvPr>
        </p:nvSpPr>
        <p:spPr>
          <a:xfrm>
            <a:off x="49096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p:cSld name="BLANK_1_1_1_1_1_1_1_1_1_1_1_1_1_1_2">
    <p:bg>
      <p:bgPr>
        <a:solidFill>
          <a:schemeClr val="accent6"/>
        </a:solidFill>
      </p:bgPr>
    </p:bg>
    <p:spTree>
      <p:nvGrpSpPr>
        <p:cNvPr id="36" name="Shape 36"/>
        <p:cNvGrpSpPr/>
        <p:nvPr/>
      </p:nvGrpSpPr>
      <p:grpSpPr>
        <a:xfrm>
          <a:off x="0" y="0"/>
          <a:ext cx="0" cy="0"/>
          <a:chOff x="0" y="0"/>
          <a:chExt cx="0" cy="0"/>
        </a:xfrm>
      </p:grpSpPr>
      <p:sp>
        <p:nvSpPr>
          <p:cNvPr id="37" name="Google Shape;37;p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u="sng"/>
          </a:p>
        </p:txBody>
      </p:sp>
      <p:sp>
        <p:nvSpPr>
          <p:cNvPr id="38" name="Google Shape;38;p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40" name="Google Shape;40;p6"/>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41" name="Google Shape;41;p6"/>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42" name="Google Shape;42;p6"/>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43" name="Google Shape;43;p6"/>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44" name="Google Shape;44;p6"/>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45" name="Google Shape;45;p6"/>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46" name="Google Shape;46;p6"/>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 Alt 1">
  <p:cSld name="BLANK_1_1_1_1_1_1_1_1_1_1_1_1_1_1_2_2">
    <p:bg>
      <p:bgPr>
        <a:solidFill>
          <a:schemeClr val="accent6"/>
        </a:solidFill>
      </p:bgPr>
    </p:bg>
    <p:spTree>
      <p:nvGrpSpPr>
        <p:cNvPr id="47" name="Shape 47"/>
        <p:cNvGrpSpPr/>
        <p:nvPr/>
      </p:nvGrpSpPr>
      <p:grpSpPr>
        <a:xfrm>
          <a:off x="0" y="0"/>
          <a:ext cx="0" cy="0"/>
          <a:chOff x="0" y="0"/>
          <a:chExt cx="0" cy="0"/>
        </a:xfrm>
      </p:grpSpPr>
      <p:sp>
        <p:nvSpPr>
          <p:cNvPr id="48" name="Google Shape;48;p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7"/>
          <p:cNvSpPr txBox="1"/>
          <p:nvPr>
            <p:ph idx="2" type="body"/>
          </p:nvPr>
        </p:nvSpPr>
        <p:spPr>
          <a:xfrm>
            <a:off x="4845475" y="99868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50" name="Google Shape;50;p7"/>
          <p:cNvSpPr txBox="1"/>
          <p:nvPr>
            <p:ph idx="3" type="subTitle"/>
          </p:nvPr>
        </p:nvSpPr>
        <p:spPr>
          <a:xfrm>
            <a:off x="4845475" y="666041"/>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51" name="Google Shape;51;p7"/>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52" name="Google Shape;52;p7"/>
          <p:cNvSpPr txBox="1"/>
          <p:nvPr>
            <p:ph idx="4"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7"/>
          <p:cNvSpPr txBox="1"/>
          <p:nvPr>
            <p:ph idx="5" type="body"/>
          </p:nvPr>
        </p:nvSpPr>
        <p:spPr>
          <a:xfrm>
            <a:off x="4845475" y="392743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54" name="Google Shape;54;p7"/>
          <p:cNvSpPr txBox="1"/>
          <p:nvPr>
            <p:ph idx="6" type="subTitle"/>
          </p:nvPr>
        </p:nvSpPr>
        <p:spPr>
          <a:xfrm>
            <a:off x="4845475" y="3594791"/>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55" name="Google Shape;55;p7"/>
          <p:cNvSpPr txBox="1"/>
          <p:nvPr>
            <p:ph idx="7" type="body"/>
          </p:nvPr>
        </p:nvSpPr>
        <p:spPr>
          <a:xfrm>
            <a:off x="4845475" y="2431037"/>
            <a:ext cx="3382500" cy="5877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56" name="Google Shape;56;p7"/>
          <p:cNvSpPr txBox="1"/>
          <p:nvPr>
            <p:ph idx="8" type="subTitle"/>
          </p:nvPr>
        </p:nvSpPr>
        <p:spPr>
          <a:xfrm>
            <a:off x="4845475" y="2098390"/>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57" name="Google Shape;57;p7"/>
          <p:cNvSpPr txBox="1"/>
          <p:nvPr>
            <p:ph idx="9" type="body"/>
          </p:nvPr>
        </p:nvSpPr>
        <p:spPr>
          <a:xfrm>
            <a:off x="356100" y="3243900"/>
            <a:ext cx="2798700" cy="1334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Dark">
  <p:cSld name="BLANK_1_1_1_1_1_1_1_1_1_1_1_1_1_1_2_1">
    <p:bg>
      <p:bgPr>
        <a:solidFill>
          <a:schemeClr val="lt1"/>
        </a:solidFill>
      </p:bgPr>
    </p:bg>
    <p:spTree>
      <p:nvGrpSpPr>
        <p:cNvPr id="58" name="Shape 58"/>
        <p:cNvGrpSpPr/>
        <p:nvPr/>
      </p:nvGrpSpPr>
      <p:grpSpPr>
        <a:xfrm>
          <a:off x="0" y="0"/>
          <a:ext cx="0" cy="0"/>
          <a:chOff x="0" y="0"/>
          <a:chExt cx="0" cy="0"/>
        </a:xfrm>
      </p:grpSpPr>
      <p:sp>
        <p:nvSpPr>
          <p:cNvPr id="59" name="Google Shape;59;p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1" name="Google Shape;61;p8"/>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62" name="Google Shape;62;p8"/>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63" name="Google Shape;63;p8"/>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64" name="Google Shape;64;p8"/>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65" name="Google Shape;65;p8"/>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66" name="Google Shape;66;p8"/>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67" name="Google Shape;67;p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68" name="Google Shape;68;p8"/>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four big ideas">
  <p:cSld name="BLANK_1_1_1_1_1_1_1_1_1_1_1_1_1_1_1">
    <p:bg>
      <p:bgPr>
        <a:solidFill>
          <a:schemeClr val="lt1"/>
        </a:solidFill>
      </p:bgPr>
    </p:bg>
    <p:spTree>
      <p:nvGrpSpPr>
        <p:cNvPr id="69" name="Shape 69"/>
        <p:cNvGrpSpPr/>
        <p:nvPr/>
      </p:nvGrpSpPr>
      <p:grpSpPr>
        <a:xfrm>
          <a:off x="0" y="0"/>
          <a:ext cx="0" cy="0"/>
          <a:chOff x="0" y="0"/>
          <a:chExt cx="0" cy="0"/>
        </a:xfrm>
      </p:grpSpPr>
      <p:sp>
        <p:nvSpPr>
          <p:cNvPr id="70" name="Google Shape;70;p9"/>
          <p:cNvSpPr txBox="1"/>
          <p:nvPr>
            <p:ph idx="1" type="body"/>
          </p:nvPr>
        </p:nvSpPr>
        <p:spPr>
          <a:xfrm>
            <a:off x="2610420"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71" name="Google Shape;71;p9"/>
          <p:cNvSpPr txBox="1"/>
          <p:nvPr>
            <p:ph idx="2" type="subTitle"/>
          </p:nvPr>
        </p:nvSpPr>
        <p:spPr>
          <a:xfrm>
            <a:off x="2610418"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72" name="Google Shape;72;p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9"/>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4" name="Google Shape;74;p9"/>
          <p:cNvSpPr txBox="1"/>
          <p:nvPr>
            <p:ph idx="4" type="body"/>
          </p:nvPr>
        </p:nvSpPr>
        <p:spPr>
          <a:xfrm>
            <a:off x="4889772" y="2943375"/>
            <a:ext cx="1645800" cy="16080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75" name="Google Shape;75;p9"/>
          <p:cNvSpPr txBox="1"/>
          <p:nvPr>
            <p:ph idx="5" type="subTitle"/>
          </p:nvPr>
        </p:nvSpPr>
        <p:spPr>
          <a:xfrm>
            <a:off x="4889774"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76" name="Google Shape;76;p9"/>
          <p:cNvSpPr txBox="1"/>
          <p:nvPr>
            <p:ph idx="6" type="body"/>
          </p:nvPr>
        </p:nvSpPr>
        <p:spPr>
          <a:xfrm>
            <a:off x="713087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77" name="Google Shape;77;p9"/>
          <p:cNvSpPr txBox="1"/>
          <p:nvPr>
            <p:ph idx="7" type="subTitle"/>
          </p:nvPr>
        </p:nvSpPr>
        <p:spPr>
          <a:xfrm>
            <a:off x="7130874"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78" name="Google Shape;78;p9"/>
          <p:cNvSpPr txBox="1"/>
          <p:nvPr>
            <p:ph idx="8" type="body"/>
          </p:nvPr>
        </p:nvSpPr>
        <p:spPr>
          <a:xfrm>
            <a:off x="36052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79" name="Google Shape;79;p9"/>
          <p:cNvSpPr txBox="1"/>
          <p:nvPr>
            <p:ph idx="9" type="subTitle"/>
          </p:nvPr>
        </p:nvSpPr>
        <p:spPr>
          <a:xfrm>
            <a:off x="360533"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80" name="Google Shape;80;p9"/>
          <p:cNvSpPr txBox="1"/>
          <p:nvPr>
            <p:ph idx="1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81" name="Google Shape;81;p9"/>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solidFill>
                  <a:schemeClr val="dk1"/>
                </a:solidFill>
              </a:defRPr>
            </a:lvl1pPr>
            <a:lvl2pPr lvl="1" algn="ctr">
              <a:spcBef>
                <a:spcPts val="0"/>
              </a:spcBef>
              <a:spcAft>
                <a:spcPts val="0"/>
              </a:spcAft>
              <a:buNone/>
              <a:defRPr sz="2200">
                <a:solidFill>
                  <a:schemeClr val="dk1"/>
                </a:solidFill>
              </a:defRPr>
            </a:lvl2pPr>
            <a:lvl3pPr lvl="2" algn="ctr">
              <a:spcBef>
                <a:spcPts val="0"/>
              </a:spcBef>
              <a:spcAft>
                <a:spcPts val="0"/>
              </a:spcAft>
              <a:buNone/>
              <a:defRPr sz="2200">
                <a:solidFill>
                  <a:schemeClr val="dk1"/>
                </a:solidFill>
              </a:defRPr>
            </a:lvl3pPr>
            <a:lvl4pPr lvl="3" algn="ctr">
              <a:spcBef>
                <a:spcPts val="0"/>
              </a:spcBef>
              <a:spcAft>
                <a:spcPts val="0"/>
              </a:spcAft>
              <a:buNone/>
              <a:defRPr sz="2200">
                <a:solidFill>
                  <a:schemeClr val="dk1"/>
                </a:solidFill>
              </a:defRPr>
            </a:lvl4pPr>
            <a:lvl5pPr lvl="4" algn="ctr">
              <a:spcBef>
                <a:spcPts val="0"/>
              </a:spcBef>
              <a:spcAft>
                <a:spcPts val="0"/>
              </a:spcAft>
              <a:buNone/>
              <a:defRPr sz="2200">
                <a:solidFill>
                  <a:schemeClr val="dk1"/>
                </a:solidFill>
              </a:defRPr>
            </a:lvl5pPr>
            <a:lvl6pPr lvl="5" algn="ctr">
              <a:spcBef>
                <a:spcPts val="0"/>
              </a:spcBef>
              <a:spcAft>
                <a:spcPts val="0"/>
              </a:spcAft>
              <a:buNone/>
              <a:defRPr sz="2200">
                <a:solidFill>
                  <a:schemeClr val="dk1"/>
                </a:solidFill>
              </a:defRPr>
            </a:lvl6pPr>
            <a:lvl7pPr lvl="6" algn="ctr">
              <a:spcBef>
                <a:spcPts val="0"/>
              </a:spcBef>
              <a:spcAft>
                <a:spcPts val="0"/>
              </a:spcAft>
              <a:buNone/>
              <a:defRPr sz="2200">
                <a:solidFill>
                  <a:schemeClr val="dk1"/>
                </a:solidFill>
              </a:defRPr>
            </a:lvl7pPr>
            <a:lvl8pPr lvl="7" algn="ctr">
              <a:spcBef>
                <a:spcPts val="0"/>
              </a:spcBef>
              <a:spcAft>
                <a:spcPts val="0"/>
              </a:spcAft>
              <a:buNone/>
              <a:defRPr sz="2200">
                <a:solidFill>
                  <a:schemeClr val="dk1"/>
                </a:solidFill>
              </a:defRPr>
            </a:lvl8pPr>
            <a:lvl9pPr lvl="8" algn="ctr">
              <a:spcBef>
                <a:spcPts val="0"/>
              </a:spcBef>
              <a:spcAft>
                <a:spcPts val="0"/>
              </a:spcAft>
              <a:buNone/>
              <a:defRPr sz="2200">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
    <p:bg>
      <p:bgPr>
        <a:solidFill>
          <a:schemeClr val="accent2"/>
        </a:solidFill>
      </p:bgPr>
    </p:bg>
    <p:spTree>
      <p:nvGrpSpPr>
        <p:cNvPr id="82" name="Shape 82"/>
        <p:cNvGrpSpPr/>
        <p:nvPr/>
      </p:nvGrpSpPr>
      <p:grpSpPr>
        <a:xfrm>
          <a:off x="0" y="0"/>
          <a:ext cx="0" cy="0"/>
          <a:chOff x="0" y="0"/>
          <a:chExt cx="0" cy="0"/>
        </a:xfrm>
      </p:grpSpPr>
      <p:sp>
        <p:nvSpPr>
          <p:cNvPr id="83" name="Google Shape;83;p1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84" name="Google Shape;84;p1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0"/>
          <p:cNvSpPr txBox="1"/>
          <p:nvPr>
            <p:ph idx="2" type="body"/>
          </p:nvPr>
        </p:nvSpPr>
        <p:spPr>
          <a:xfrm>
            <a:off x="361975" y="3231275"/>
            <a:ext cx="1457400" cy="10776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
        <p:nvSpPr>
          <p:cNvPr id="86" name="Google Shape;86;p10"/>
          <p:cNvSpPr txBox="1"/>
          <p:nvPr>
            <p:ph idx="3" type="subTitle"/>
          </p:nvPr>
        </p:nvSpPr>
        <p:spPr>
          <a:xfrm>
            <a:off x="3619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87" name="Google Shape;87;p10"/>
          <p:cNvSpPr txBox="1"/>
          <p:nvPr>
            <p:ph idx="4"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88" name="Google Shape;88;p10"/>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lvl1pPr>
            <a:lvl2pPr lvl="1" algn="ctr">
              <a:spcBef>
                <a:spcPts val="0"/>
              </a:spcBef>
              <a:spcAft>
                <a:spcPts val="0"/>
              </a:spcAft>
              <a:buNone/>
              <a:defRPr sz="2200"/>
            </a:lvl2pPr>
            <a:lvl3pPr lvl="2" algn="ctr">
              <a:spcBef>
                <a:spcPts val="0"/>
              </a:spcBef>
              <a:spcAft>
                <a:spcPts val="0"/>
              </a:spcAft>
              <a:buNone/>
              <a:defRPr sz="2200"/>
            </a:lvl3pPr>
            <a:lvl4pPr lvl="3" algn="ctr">
              <a:spcBef>
                <a:spcPts val="0"/>
              </a:spcBef>
              <a:spcAft>
                <a:spcPts val="0"/>
              </a:spcAft>
              <a:buNone/>
              <a:defRPr sz="2200"/>
            </a:lvl4pPr>
            <a:lvl5pPr lvl="4" algn="ctr">
              <a:spcBef>
                <a:spcPts val="0"/>
              </a:spcBef>
              <a:spcAft>
                <a:spcPts val="0"/>
              </a:spcAft>
              <a:buNone/>
              <a:defRPr sz="2200"/>
            </a:lvl5pPr>
            <a:lvl6pPr lvl="5" algn="ctr">
              <a:spcBef>
                <a:spcPts val="0"/>
              </a:spcBef>
              <a:spcAft>
                <a:spcPts val="0"/>
              </a:spcAft>
              <a:buNone/>
              <a:defRPr sz="2200"/>
            </a:lvl6pPr>
            <a:lvl7pPr lvl="6" algn="ctr">
              <a:spcBef>
                <a:spcPts val="0"/>
              </a:spcBef>
              <a:spcAft>
                <a:spcPts val="0"/>
              </a:spcAft>
              <a:buNone/>
              <a:defRPr sz="2200"/>
            </a:lvl7pPr>
            <a:lvl8pPr lvl="7" algn="ctr">
              <a:spcBef>
                <a:spcPts val="0"/>
              </a:spcBef>
              <a:spcAft>
                <a:spcPts val="0"/>
              </a:spcAft>
              <a:buNone/>
              <a:defRPr sz="2200"/>
            </a:lvl8pPr>
            <a:lvl9pPr lvl="8" algn="ctr">
              <a:spcBef>
                <a:spcPts val="0"/>
              </a:spcBef>
              <a:spcAft>
                <a:spcPts val="0"/>
              </a:spcAft>
              <a:buNone/>
              <a:defRPr sz="2200"/>
            </a:lvl9pPr>
          </a:lstStyle>
          <a:p/>
        </p:txBody>
      </p:sp>
      <p:sp>
        <p:nvSpPr>
          <p:cNvPr id="89" name="Google Shape;89;p10"/>
          <p:cNvSpPr txBox="1"/>
          <p:nvPr>
            <p:ph idx="5" type="subTitle"/>
          </p:nvPr>
        </p:nvSpPr>
        <p:spPr>
          <a:xfrm>
            <a:off x="73192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0" name="Google Shape;90;p10"/>
          <p:cNvSpPr txBox="1"/>
          <p:nvPr>
            <p:ph idx="6" type="body"/>
          </p:nvPr>
        </p:nvSpPr>
        <p:spPr>
          <a:xfrm>
            <a:off x="210130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1" name="Google Shape;91;p10"/>
          <p:cNvSpPr txBox="1"/>
          <p:nvPr>
            <p:ph idx="7" type="body"/>
          </p:nvPr>
        </p:nvSpPr>
        <p:spPr>
          <a:xfrm>
            <a:off x="384062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2" name="Google Shape;92;p10"/>
          <p:cNvSpPr txBox="1"/>
          <p:nvPr>
            <p:ph idx="8" type="body"/>
          </p:nvPr>
        </p:nvSpPr>
        <p:spPr>
          <a:xfrm>
            <a:off x="557995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3" name="Google Shape;93;p10"/>
          <p:cNvSpPr txBox="1"/>
          <p:nvPr>
            <p:ph idx="9" type="subTitle"/>
          </p:nvPr>
        </p:nvSpPr>
        <p:spPr>
          <a:xfrm>
            <a:off x="210130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4" name="Google Shape;94;p10"/>
          <p:cNvSpPr txBox="1"/>
          <p:nvPr>
            <p:ph idx="13" type="subTitle"/>
          </p:nvPr>
        </p:nvSpPr>
        <p:spPr>
          <a:xfrm>
            <a:off x="384062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5" name="Google Shape;95;p10"/>
          <p:cNvSpPr txBox="1"/>
          <p:nvPr>
            <p:ph idx="14" type="subTitle"/>
          </p:nvPr>
        </p:nvSpPr>
        <p:spPr>
          <a:xfrm>
            <a:off x="557995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6" name="Google Shape;96;p10"/>
          <p:cNvSpPr txBox="1"/>
          <p:nvPr>
            <p:ph idx="15" type="body"/>
          </p:nvPr>
        </p:nvSpPr>
        <p:spPr>
          <a:xfrm>
            <a:off x="731927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1"/>
        </a:solidFill>
      </p:bgPr>
    </p:bg>
    <p:spTree>
      <p:nvGrpSpPr>
        <p:cNvPr id="97" name="Shape 97"/>
        <p:cNvGrpSpPr/>
        <p:nvPr/>
      </p:nvGrpSpPr>
      <p:grpSpPr>
        <a:xfrm>
          <a:off x="0" y="0"/>
          <a:ext cx="0" cy="0"/>
          <a:chOff x="0" y="0"/>
          <a:chExt cx="0" cy="0"/>
        </a:xfrm>
      </p:grpSpPr>
      <p:sp>
        <p:nvSpPr>
          <p:cNvPr id="98" name="Google Shape;98;p1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1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0" name="Google Shape;100;p11"/>
          <p:cNvSpPr txBox="1"/>
          <p:nvPr>
            <p:ph idx="2" type="body"/>
          </p:nvPr>
        </p:nvSpPr>
        <p:spPr>
          <a:xfrm>
            <a:off x="71308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01" name="Google Shape;101;p11"/>
          <p:cNvSpPr txBox="1"/>
          <p:nvPr>
            <p:ph idx="3" type="subTitle"/>
          </p:nvPr>
        </p:nvSpPr>
        <p:spPr>
          <a:xfrm>
            <a:off x="71308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02" name="Google Shape;102;p11"/>
          <p:cNvSpPr txBox="1"/>
          <p:nvPr>
            <p:ph idx="4" type="subTitle"/>
          </p:nvPr>
        </p:nvSpPr>
        <p:spPr>
          <a:xfrm>
            <a:off x="71308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03" name="Google Shape;103;p11"/>
          <p:cNvSpPr txBox="1"/>
          <p:nvPr>
            <p:ph idx="5" type="body"/>
          </p:nvPr>
        </p:nvSpPr>
        <p:spPr>
          <a:xfrm>
            <a:off x="4892138"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04" name="Google Shape;104;p11"/>
          <p:cNvSpPr txBox="1"/>
          <p:nvPr>
            <p:ph idx="6" type="subTitle"/>
          </p:nvPr>
        </p:nvSpPr>
        <p:spPr>
          <a:xfrm>
            <a:off x="4892138"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05" name="Google Shape;105;p11"/>
          <p:cNvSpPr txBox="1"/>
          <p:nvPr>
            <p:ph idx="7" type="subTitle"/>
          </p:nvPr>
        </p:nvSpPr>
        <p:spPr>
          <a:xfrm>
            <a:off x="4892138"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06" name="Google Shape;106;p11"/>
          <p:cNvSpPr txBox="1"/>
          <p:nvPr>
            <p:ph idx="8" type="body"/>
          </p:nvPr>
        </p:nvSpPr>
        <p:spPr>
          <a:xfrm>
            <a:off x="2607050" y="3628800"/>
            <a:ext cx="1645800" cy="6801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07" name="Google Shape;107;p11"/>
          <p:cNvSpPr txBox="1"/>
          <p:nvPr>
            <p:ph idx="9" type="subTitle"/>
          </p:nvPr>
        </p:nvSpPr>
        <p:spPr>
          <a:xfrm>
            <a:off x="2607050"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08" name="Google Shape;108;p11"/>
          <p:cNvSpPr txBox="1"/>
          <p:nvPr>
            <p:ph idx="13" type="subTitle"/>
          </p:nvPr>
        </p:nvSpPr>
        <p:spPr>
          <a:xfrm>
            <a:off x="2607050"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09" name="Google Shape;109;p11"/>
          <p:cNvSpPr txBox="1"/>
          <p:nvPr>
            <p:ph idx="14" type="body"/>
          </p:nvPr>
        </p:nvSpPr>
        <p:spPr>
          <a:xfrm>
            <a:off x="3619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10" name="Google Shape;110;p11"/>
          <p:cNvSpPr txBox="1"/>
          <p:nvPr>
            <p:ph idx="15" type="subTitle"/>
          </p:nvPr>
        </p:nvSpPr>
        <p:spPr>
          <a:xfrm>
            <a:off x="3619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11" name="Google Shape;111;p11"/>
          <p:cNvSpPr txBox="1"/>
          <p:nvPr>
            <p:ph idx="16" type="subTitle"/>
          </p:nvPr>
        </p:nvSpPr>
        <p:spPr>
          <a:xfrm>
            <a:off x="3619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12" name="Google Shape;112;p11"/>
          <p:cNvSpPr txBox="1"/>
          <p:nvPr>
            <p:ph idx="17"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13" name="Google Shape;113;p11"/>
          <p:cNvSpPr txBox="1"/>
          <p:nvPr>
            <p:ph type="title"/>
          </p:nvPr>
        </p:nvSpPr>
        <p:spPr>
          <a:xfrm>
            <a:off x="1406600" y="988557"/>
            <a:ext cx="6330900" cy="5877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2200">
                <a:solidFill>
                  <a:schemeClr val="dk1"/>
                </a:solidFill>
              </a:defRPr>
            </a:lvl1pPr>
            <a:lvl2pPr lvl="1" algn="ctr">
              <a:lnSpc>
                <a:spcPct val="90000"/>
              </a:lnSpc>
              <a:spcBef>
                <a:spcPts val="0"/>
              </a:spcBef>
              <a:spcAft>
                <a:spcPts val="0"/>
              </a:spcAft>
              <a:buNone/>
              <a:defRPr sz="2200">
                <a:solidFill>
                  <a:schemeClr val="dk1"/>
                </a:solidFill>
              </a:defRPr>
            </a:lvl2pPr>
            <a:lvl3pPr lvl="2" algn="ctr">
              <a:lnSpc>
                <a:spcPct val="90000"/>
              </a:lnSpc>
              <a:spcBef>
                <a:spcPts val="0"/>
              </a:spcBef>
              <a:spcAft>
                <a:spcPts val="0"/>
              </a:spcAft>
              <a:buNone/>
              <a:defRPr sz="2200">
                <a:solidFill>
                  <a:schemeClr val="dk1"/>
                </a:solidFill>
              </a:defRPr>
            </a:lvl3pPr>
            <a:lvl4pPr lvl="3" algn="ctr">
              <a:lnSpc>
                <a:spcPct val="90000"/>
              </a:lnSpc>
              <a:spcBef>
                <a:spcPts val="0"/>
              </a:spcBef>
              <a:spcAft>
                <a:spcPts val="0"/>
              </a:spcAft>
              <a:buNone/>
              <a:defRPr sz="2200">
                <a:solidFill>
                  <a:schemeClr val="dk1"/>
                </a:solidFill>
              </a:defRPr>
            </a:lvl4pPr>
            <a:lvl5pPr lvl="4" algn="ctr">
              <a:lnSpc>
                <a:spcPct val="90000"/>
              </a:lnSpc>
              <a:spcBef>
                <a:spcPts val="0"/>
              </a:spcBef>
              <a:spcAft>
                <a:spcPts val="0"/>
              </a:spcAft>
              <a:buNone/>
              <a:defRPr sz="2200">
                <a:solidFill>
                  <a:schemeClr val="dk1"/>
                </a:solidFill>
              </a:defRPr>
            </a:lvl5pPr>
            <a:lvl6pPr lvl="5" algn="ctr">
              <a:lnSpc>
                <a:spcPct val="90000"/>
              </a:lnSpc>
              <a:spcBef>
                <a:spcPts val="0"/>
              </a:spcBef>
              <a:spcAft>
                <a:spcPts val="0"/>
              </a:spcAft>
              <a:buNone/>
              <a:defRPr sz="2200">
                <a:solidFill>
                  <a:schemeClr val="dk1"/>
                </a:solidFill>
              </a:defRPr>
            </a:lvl6pPr>
            <a:lvl7pPr lvl="6" algn="ctr">
              <a:lnSpc>
                <a:spcPct val="90000"/>
              </a:lnSpc>
              <a:spcBef>
                <a:spcPts val="0"/>
              </a:spcBef>
              <a:spcAft>
                <a:spcPts val="0"/>
              </a:spcAft>
              <a:buNone/>
              <a:defRPr sz="2200">
                <a:solidFill>
                  <a:schemeClr val="dk1"/>
                </a:solidFill>
              </a:defRPr>
            </a:lvl7pPr>
            <a:lvl8pPr lvl="7" algn="ctr">
              <a:lnSpc>
                <a:spcPct val="90000"/>
              </a:lnSpc>
              <a:spcBef>
                <a:spcPts val="0"/>
              </a:spcBef>
              <a:spcAft>
                <a:spcPts val="0"/>
              </a:spcAft>
              <a:buNone/>
              <a:defRPr sz="2200">
                <a:solidFill>
                  <a:schemeClr val="dk1"/>
                </a:solidFill>
              </a:defRPr>
            </a:lvl8pPr>
            <a:lvl9pPr lvl="8" algn="ctr">
              <a:lnSpc>
                <a:spcPct val="90000"/>
              </a:lnSpc>
              <a:spcBef>
                <a:spcPts val="0"/>
              </a:spcBef>
              <a:spcAft>
                <a:spcPts val="0"/>
              </a:spcAft>
              <a:buNone/>
              <a:defRPr sz="2200">
                <a:solidFill>
                  <a:schemeClr val="dk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114" name="Shape 114"/>
        <p:cNvGrpSpPr/>
        <p:nvPr/>
      </p:nvGrpSpPr>
      <p:grpSpPr>
        <a:xfrm>
          <a:off x="0" y="0"/>
          <a:ext cx="0" cy="0"/>
          <a:chOff x="0" y="0"/>
          <a:chExt cx="0" cy="0"/>
        </a:xfrm>
      </p:grpSpPr>
      <p:sp>
        <p:nvSpPr>
          <p:cNvPr id="115" name="Google Shape;115;p12"/>
          <p:cNvSpPr/>
          <p:nvPr>
            <p:ph idx="2" type="pic"/>
          </p:nvPr>
        </p:nvSpPr>
        <p:spPr>
          <a:xfrm>
            <a:off x="4587725" y="-8750"/>
            <a:ext cx="4572000" cy="5152200"/>
          </a:xfrm>
          <a:prstGeom prst="rect">
            <a:avLst/>
          </a:prstGeom>
          <a:noFill/>
          <a:ln>
            <a:noFill/>
          </a:ln>
        </p:spPr>
      </p:sp>
      <p:sp>
        <p:nvSpPr>
          <p:cNvPr id="116" name="Google Shape;116;p12"/>
          <p:cNvSpPr txBox="1"/>
          <p:nvPr>
            <p:ph type="title"/>
          </p:nvPr>
        </p:nvSpPr>
        <p:spPr>
          <a:xfrm>
            <a:off x="361975" y="923525"/>
            <a:ext cx="3860100" cy="5877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None/>
              <a:defRPr sz="4200">
                <a:solidFill>
                  <a:schemeClr val="dk1"/>
                </a:solidFill>
              </a:defRPr>
            </a:lvl1pPr>
            <a:lvl2pPr lvl="1" algn="ctr">
              <a:lnSpc>
                <a:spcPct val="115000"/>
              </a:lnSpc>
              <a:spcBef>
                <a:spcPts val="0"/>
              </a:spcBef>
              <a:spcAft>
                <a:spcPts val="0"/>
              </a:spcAft>
              <a:buNone/>
              <a:defRPr>
                <a:solidFill>
                  <a:schemeClr val="dk1"/>
                </a:solidFill>
              </a:defRPr>
            </a:lvl2pPr>
            <a:lvl3pPr lvl="2" algn="ctr">
              <a:lnSpc>
                <a:spcPct val="115000"/>
              </a:lnSpc>
              <a:spcBef>
                <a:spcPts val="0"/>
              </a:spcBef>
              <a:spcAft>
                <a:spcPts val="0"/>
              </a:spcAft>
              <a:buNone/>
              <a:defRPr>
                <a:solidFill>
                  <a:schemeClr val="dk1"/>
                </a:solidFill>
              </a:defRPr>
            </a:lvl3pPr>
            <a:lvl4pPr lvl="3" algn="ctr">
              <a:lnSpc>
                <a:spcPct val="115000"/>
              </a:lnSpc>
              <a:spcBef>
                <a:spcPts val="0"/>
              </a:spcBef>
              <a:spcAft>
                <a:spcPts val="0"/>
              </a:spcAft>
              <a:buNone/>
              <a:defRPr>
                <a:solidFill>
                  <a:schemeClr val="dk1"/>
                </a:solidFill>
              </a:defRPr>
            </a:lvl4pPr>
            <a:lvl5pPr lvl="4" algn="ctr">
              <a:lnSpc>
                <a:spcPct val="115000"/>
              </a:lnSpc>
              <a:spcBef>
                <a:spcPts val="0"/>
              </a:spcBef>
              <a:spcAft>
                <a:spcPts val="0"/>
              </a:spcAft>
              <a:buNone/>
              <a:defRPr>
                <a:solidFill>
                  <a:schemeClr val="dk1"/>
                </a:solidFill>
              </a:defRPr>
            </a:lvl5pPr>
            <a:lvl6pPr lvl="5" algn="ctr">
              <a:lnSpc>
                <a:spcPct val="115000"/>
              </a:lnSpc>
              <a:spcBef>
                <a:spcPts val="0"/>
              </a:spcBef>
              <a:spcAft>
                <a:spcPts val="0"/>
              </a:spcAft>
              <a:buNone/>
              <a:defRPr>
                <a:solidFill>
                  <a:schemeClr val="dk1"/>
                </a:solidFill>
              </a:defRPr>
            </a:lvl6pPr>
            <a:lvl7pPr lvl="6" algn="ctr">
              <a:lnSpc>
                <a:spcPct val="115000"/>
              </a:lnSpc>
              <a:spcBef>
                <a:spcPts val="0"/>
              </a:spcBef>
              <a:spcAft>
                <a:spcPts val="0"/>
              </a:spcAft>
              <a:buNone/>
              <a:defRPr>
                <a:solidFill>
                  <a:schemeClr val="dk1"/>
                </a:solidFill>
              </a:defRPr>
            </a:lvl7pPr>
            <a:lvl8pPr lvl="7" algn="ctr">
              <a:lnSpc>
                <a:spcPct val="115000"/>
              </a:lnSpc>
              <a:spcBef>
                <a:spcPts val="0"/>
              </a:spcBef>
              <a:spcAft>
                <a:spcPts val="0"/>
              </a:spcAft>
              <a:buNone/>
              <a:defRPr>
                <a:solidFill>
                  <a:schemeClr val="dk1"/>
                </a:solidFill>
              </a:defRPr>
            </a:lvl8pPr>
            <a:lvl9pPr lvl="8" algn="ctr">
              <a:lnSpc>
                <a:spcPct val="115000"/>
              </a:lnSpc>
              <a:spcBef>
                <a:spcPts val="0"/>
              </a:spcBef>
              <a:spcAft>
                <a:spcPts val="0"/>
              </a:spcAft>
              <a:buNone/>
              <a:defRPr>
                <a:solidFill>
                  <a:schemeClr val="dk1"/>
                </a:solidFill>
              </a:defRPr>
            </a:lvl9pPr>
          </a:lstStyle>
          <a:p/>
        </p:txBody>
      </p:sp>
      <p:sp>
        <p:nvSpPr>
          <p:cNvPr id="117" name="Google Shape;117;p12"/>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Font typeface="Newsreader"/>
              <a:buNone/>
              <a:defRPr>
                <a:solidFill>
                  <a:schemeClr val="dk1"/>
                </a:solidFill>
              </a:defRPr>
            </a:lvl2pPr>
            <a:lvl3pPr lvl="2">
              <a:spcBef>
                <a:spcPts val="0"/>
              </a:spcBef>
              <a:spcAft>
                <a:spcPts val="0"/>
              </a:spcAft>
              <a:buClr>
                <a:schemeClr val="dk1"/>
              </a:buClr>
              <a:buSzPts val="1400"/>
              <a:buFont typeface="Newsreader"/>
              <a:buNone/>
              <a:defRPr>
                <a:solidFill>
                  <a:schemeClr val="dk1"/>
                </a:solidFill>
              </a:defRPr>
            </a:lvl3pPr>
            <a:lvl4pPr lvl="3">
              <a:spcBef>
                <a:spcPts val="0"/>
              </a:spcBef>
              <a:spcAft>
                <a:spcPts val="0"/>
              </a:spcAft>
              <a:buClr>
                <a:schemeClr val="dk1"/>
              </a:buClr>
              <a:buSzPts val="1400"/>
              <a:buFont typeface="Newsreader"/>
              <a:buNone/>
              <a:defRPr>
                <a:solidFill>
                  <a:schemeClr val="dk1"/>
                </a:solidFill>
              </a:defRPr>
            </a:lvl4pPr>
            <a:lvl5pPr lvl="4">
              <a:spcBef>
                <a:spcPts val="0"/>
              </a:spcBef>
              <a:spcAft>
                <a:spcPts val="0"/>
              </a:spcAft>
              <a:buClr>
                <a:schemeClr val="dk1"/>
              </a:buClr>
              <a:buSzPts val="1400"/>
              <a:buFont typeface="Newsreader"/>
              <a:buNone/>
              <a:defRPr>
                <a:solidFill>
                  <a:schemeClr val="dk1"/>
                </a:solidFill>
              </a:defRPr>
            </a:lvl5pPr>
            <a:lvl6pPr lvl="5">
              <a:spcBef>
                <a:spcPts val="0"/>
              </a:spcBef>
              <a:spcAft>
                <a:spcPts val="0"/>
              </a:spcAft>
              <a:buClr>
                <a:schemeClr val="dk1"/>
              </a:buClr>
              <a:buSzPts val="1400"/>
              <a:buFont typeface="Newsreader"/>
              <a:buNone/>
              <a:defRPr>
                <a:solidFill>
                  <a:schemeClr val="dk1"/>
                </a:solidFill>
              </a:defRPr>
            </a:lvl6pPr>
            <a:lvl7pPr lvl="6">
              <a:spcBef>
                <a:spcPts val="0"/>
              </a:spcBef>
              <a:spcAft>
                <a:spcPts val="0"/>
              </a:spcAft>
              <a:buClr>
                <a:schemeClr val="dk1"/>
              </a:buClr>
              <a:buSzPts val="1400"/>
              <a:buFont typeface="Newsreader"/>
              <a:buNone/>
              <a:defRPr>
                <a:solidFill>
                  <a:schemeClr val="dk1"/>
                </a:solidFill>
              </a:defRPr>
            </a:lvl7pPr>
            <a:lvl8pPr lvl="7">
              <a:spcBef>
                <a:spcPts val="0"/>
              </a:spcBef>
              <a:spcAft>
                <a:spcPts val="0"/>
              </a:spcAft>
              <a:buClr>
                <a:schemeClr val="dk1"/>
              </a:buClr>
              <a:buSzPts val="1400"/>
              <a:buFont typeface="Newsreader"/>
              <a:buNone/>
              <a:defRPr>
                <a:solidFill>
                  <a:schemeClr val="dk1"/>
                </a:solidFill>
              </a:defRPr>
            </a:lvl8pPr>
            <a:lvl9pPr lvl="8">
              <a:spcBef>
                <a:spcPts val="0"/>
              </a:spcBef>
              <a:spcAft>
                <a:spcPts val="0"/>
              </a:spcAft>
              <a:buClr>
                <a:schemeClr val="dk1"/>
              </a:buClr>
              <a:buSzPts val="1400"/>
              <a:buFont typeface="Newsreader"/>
              <a:buNone/>
              <a:defRPr>
                <a:solidFill>
                  <a:schemeClr val="dk1"/>
                </a:solidFill>
              </a:defRPr>
            </a:lvl9pPr>
          </a:lstStyle>
          <a:p/>
        </p:txBody>
      </p:sp>
      <p:sp>
        <p:nvSpPr>
          <p:cNvPr id="118" name="Google Shape;118;p12"/>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lvl1pPr indent="-292100" lvl="0" marL="4572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Four steps">
  <p:cSld name="CUSTOM_7_1_1_1_1_1_1_1_1_1_1_1_1_1_1_1_1_1_2">
    <p:bg>
      <p:bgPr>
        <a:solidFill>
          <a:schemeClr val="lt1"/>
        </a:solidFill>
      </p:bgPr>
    </p:bg>
    <p:spTree>
      <p:nvGrpSpPr>
        <p:cNvPr id="119" name="Shape 119"/>
        <p:cNvGrpSpPr/>
        <p:nvPr/>
      </p:nvGrpSpPr>
      <p:grpSpPr>
        <a:xfrm>
          <a:off x="0" y="0"/>
          <a:ext cx="0" cy="0"/>
          <a:chOff x="0" y="0"/>
          <a:chExt cx="0" cy="0"/>
        </a:xfrm>
      </p:grpSpPr>
      <p:sp>
        <p:nvSpPr>
          <p:cNvPr id="120" name="Google Shape;120;p1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22" name="Google Shape;122;p13"/>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3" name="Google Shape;123;p13"/>
          <p:cNvSpPr/>
          <p:nvPr/>
        </p:nvSpPr>
        <p:spPr>
          <a:xfrm>
            <a:off x="2286125" y="2068875"/>
            <a:ext cx="2294400" cy="307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4" name="Google Shape;124;p13"/>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5" name="Google Shape;125;p13"/>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6" name="Google Shape;126;p13"/>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01</a:t>
            </a:r>
            <a:endParaRPr sz="3000">
              <a:solidFill>
                <a:schemeClr val="lt1"/>
              </a:solidFill>
              <a:latin typeface="Newsreader"/>
              <a:ea typeface="Newsreader"/>
              <a:cs typeface="Newsreader"/>
              <a:sym typeface="Newsreader"/>
            </a:endParaRPr>
          </a:p>
        </p:txBody>
      </p:sp>
      <p:sp>
        <p:nvSpPr>
          <p:cNvPr id="127" name="Google Shape;127;p13"/>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dk1"/>
                </a:solidFill>
                <a:latin typeface="Newsreader"/>
                <a:ea typeface="Newsreader"/>
                <a:cs typeface="Newsreader"/>
                <a:sym typeface="Newsreader"/>
              </a:rPr>
              <a:t>02</a:t>
            </a:r>
            <a:endParaRPr sz="3000">
              <a:solidFill>
                <a:schemeClr val="dk1"/>
              </a:solidFill>
              <a:latin typeface="Newsreader"/>
              <a:ea typeface="Newsreader"/>
              <a:cs typeface="Newsreader"/>
              <a:sym typeface="Newsreader"/>
            </a:endParaRPr>
          </a:p>
        </p:txBody>
      </p:sp>
      <p:sp>
        <p:nvSpPr>
          <p:cNvPr id="128" name="Google Shape;128;p13"/>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03</a:t>
            </a:r>
            <a:endParaRPr sz="3000">
              <a:solidFill>
                <a:schemeClr val="lt1"/>
              </a:solidFill>
              <a:latin typeface="Newsreader"/>
              <a:ea typeface="Newsreader"/>
              <a:cs typeface="Newsreader"/>
              <a:sym typeface="Newsreader"/>
            </a:endParaRPr>
          </a:p>
        </p:txBody>
      </p:sp>
      <p:sp>
        <p:nvSpPr>
          <p:cNvPr id="129" name="Google Shape;129;p13"/>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04</a:t>
            </a:r>
            <a:endParaRPr sz="3000">
              <a:solidFill>
                <a:schemeClr val="lt1"/>
              </a:solidFill>
              <a:latin typeface="Newsreader"/>
              <a:ea typeface="Newsreader"/>
              <a:cs typeface="Newsreader"/>
              <a:sym typeface="Newsreader"/>
            </a:endParaRPr>
          </a:p>
        </p:txBody>
      </p:sp>
      <p:sp>
        <p:nvSpPr>
          <p:cNvPr id="130" name="Google Shape;130;p13"/>
          <p:cNvSpPr txBox="1"/>
          <p:nvPr>
            <p:ph type="title"/>
          </p:nvPr>
        </p:nvSpPr>
        <p:spPr>
          <a:xfrm>
            <a:off x="361975" y="988782"/>
            <a:ext cx="3231600" cy="760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200"/>
              <a:buFont typeface="Newsreader"/>
              <a:buNone/>
              <a:defRPr sz="2200">
                <a:solidFill>
                  <a:schemeClr val="dk1"/>
                </a:solidFill>
              </a:defRPr>
            </a:lvl1pPr>
            <a:lvl2pPr lvl="1">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p:txBody>
      </p:sp>
      <p:sp>
        <p:nvSpPr>
          <p:cNvPr id="131" name="Google Shape;131;p13"/>
          <p:cNvSpPr txBox="1"/>
          <p:nvPr>
            <p:ph idx="2" type="subTitle"/>
          </p:nvPr>
        </p:nvSpPr>
        <p:spPr>
          <a:xfrm>
            <a:off x="382691" y="3129231"/>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13"/>
          <p:cNvSpPr txBox="1"/>
          <p:nvPr>
            <p:ph idx="3" type="subTitle"/>
          </p:nvPr>
        </p:nvSpPr>
        <p:spPr>
          <a:xfrm>
            <a:off x="377048" y="3344302"/>
            <a:ext cx="1689600" cy="969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33" name="Google Shape;133;p13"/>
          <p:cNvSpPr txBox="1"/>
          <p:nvPr>
            <p:ph idx="4" type="subTitle"/>
          </p:nvPr>
        </p:nvSpPr>
        <p:spPr>
          <a:xfrm>
            <a:off x="2671462" y="2450249"/>
            <a:ext cx="12573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4" name="Google Shape;134;p13"/>
          <p:cNvSpPr txBox="1"/>
          <p:nvPr>
            <p:ph idx="5" type="subTitle"/>
          </p:nvPr>
        </p:nvSpPr>
        <p:spPr>
          <a:xfrm>
            <a:off x="2665825" y="2665171"/>
            <a:ext cx="1689600" cy="1423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35" name="Google Shape;135;p13"/>
          <p:cNvSpPr txBox="1"/>
          <p:nvPr>
            <p:ph idx="6" type="subTitle"/>
          </p:nvPr>
        </p:nvSpPr>
        <p:spPr>
          <a:xfrm>
            <a:off x="4943337" y="18846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13"/>
          <p:cNvSpPr txBox="1"/>
          <p:nvPr>
            <p:ph idx="7" type="subTitle"/>
          </p:nvPr>
        </p:nvSpPr>
        <p:spPr>
          <a:xfrm>
            <a:off x="4937700" y="2099593"/>
            <a:ext cx="1689600" cy="1620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37" name="Google Shape;137;p13"/>
          <p:cNvSpPr txBox="1"/>
          <p:nvPr>
            <p:ph idx="8" type="subTitle"/>
          </p:nvPr>
        </p:nvSpPr>
        <p:spPr>
          <a:xfrm>
            <a:off x="7238787" y="10574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13"/>
          <p:cNvSpPr txBox="1"/>
          <p:nvPr>
            <p:ph idx="9" type="subTitle"/>
          </p:nvPr>
        </p:nvSpPr>
        <p:spPr>
          <a:xfrm>
            <a:off x="7233150" y="1272358"/>
            <a:ext cx="1689600" cy="2196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CUSTOM_7_1_1_1_1_1_1_1_1_1_1_1_1_1_1_1_1_1_1_1">
    <p:spTree>
      <p:nvGrpSpPr>
        <p:cNvPr id="139" name="Shape 139"/>
        <p:cNvGrpSpPr/>
        <p:nvPr/>
      </p:nvGrpSpPr>
      <p:grpSpPr>
        <a:xfrm>
          <a:off x="0" y="0"/>
          <a:ext cx="0" cy="0"/>
          <a:chOff x="0" y="0"/>
          <a:chExt cx="0" cy="0"/>
        </a:xfrm>
      </p:grpSpPr>
      <p:sp>
        <p:nvSpPr>
          <p:cNvPr id="140" name="Google Shape;140;p1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1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p14"/>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lvl1pPr>
            <a:lvl2pPr lvl="1">
              <a:spcBef>
                <a:spcPts val="0"/>
              </a:spcBef>
              <a:spcAft>
                <a:spcPts val="0"/>
              </a:spcAft>
              <a:buNone/>
              <a:defRPr sz="2500"/>
            </a:lvl2pPr>
            <a:lvl3pPr lvl="2">
              <a:spcBef>
                <a:spcPts val="0"/>
              </a:spcBef>
              <a:spcAft>
                <a:spcPts val="0"/>
              </a:spcAft>
              <a:buNone/>
              <a:defRPr sz="2500"/>
            </a:lvl3pPr>
            <a:lvl4pPr lvl="3">
              <a:spcBef>
                <a:spcPts val="0"/>
              </a:spcBef>
              <a:spcAft>
                <a:spcPts val="0"/>
              </a:spcAft>
              <a:buNone/>
              <a:defRPr sz="2500"/>
            </a:lvl4pPr>
            <a:lvl5pPr lvl="4">
              <a:spcBef>
                <a:spcPts val="0"/>
              </a:spcBef>
              <a:spcAft>
                <a:spcPts val="0"/>
              </a:spcAft>
              <a:buNone/>
              <a:defRPr sz="2500"/>
            </a:lvl5pPr>
            <a:lvl6pPr lvl="5">
              <a:spcBef>
                <a:spcPts val="0"/>
              </a:spcBef>
              <a:spcAft>
                <a:spcPts val="0"/>
              </a:spcAft>
              <a:buNone/>
              <a:defRPr sz="2500"/>
            </a:lvl6pPr>
            <a:lvl7pPr lvl="6">
              <a:spcBef>
                <a:spcPts val="0"/>
              </a:spcBef>
              <a:spcAft>
                <a:spcPts val="0"/>
              </a:spcAft>
              <a:buNone/>
              <a:defRPr sz="2500"/>
            </a:lvl7pPr>
            <a:lvl8pPr lvl="7">
              <a:spcBef>
                <a:spcPts val="0"/>
              </a:spcBef>
              <a:spcAft>
                <a:spcPts val="0"/>
              </a:spcAft>
              <a:buNone/>
              <a:defRPr sz="2500"/>
            </a:lvl8pPr>
            <a:lvl9pPr lvl="8">
              <a:spcBef>
                <a:spcPts val="0"/>
              </a:spcBef>
              <a:spcAft>
                <a:spcPts val="0"/>
              </a:spcAft>
              <a:buNone/>
              <a:defRPr sz="2500"/>
            </a:lvl9pPr>
          </a:lstStyle>
          <a:p/>
        </p:txBody>
      </p:sp>
      <p:sp>
        <p:nvSpPr>
          <p:cNvPr id="143" name="Google Shape;143;p14"/>
          <p:cNvSpPr/>
          <p:nvPr>
            <p:ph idx="2" type="pic"/>
          </p:nvPr>
        </p:nvSpPr>
        <p:spPr>
          <a:xfrm>
            <a:off x="1442350" y="3492500"/>
            <a:ext cx="408900" cy="408900"/>
          </a:xfrm>
          <a:prstGeom prst="ellipse">
            <a:avLst/>
          </a:prstGeom>
          <a:noFill/>
          <a:ln>
            <a:noFill/>
          </a:ln>
        </p:spPr>
      </p:sp>
      <p:sp>
        <p:nvSpPr>
          <p:cNvPr id="144" name="Google Shape;144;p14"/>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p:txBody>
      </p:sp>
      <p:sp>
        <p:nvSpPr>
          <p:cNvPr id="145" name="Google Shape;145;p14"/>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p:cSld name="CUSTOM_7_1_1_1_1_1_1_1_1_1_1_1_1_1_1_1_1_1_1_1_1">
    <p:bg>
      <p:bgPr>
        <a:solidFill>
          <a:schemeClr val="lt1"/>
        </a:solidFill>
      </p:bgPr>
    </p:bg>
    <p:spTree>
      <p:nvGrpSpPr>
        <p:cNvPr id="146" name="Shape 146"/>
        <p:cNvGrpSpPr/>
        <p:nvPr/>
      </p:nvGrpSpPr>
      <p:grpSpPr>
        <a:xfrm>
          <a:off x="0" y="0"/>
          <a:ext cx="0" cy="0"/>
          <a:chOff x="0" y="0"/>
          <a:chExt cx="0" cy="0"/>
        </a:xfrm>
      </p:grpSpPr>
      <p:sp>
        <p:nvSpPr>
          <p:cNvPr id="147" name="Google Shape;147;p1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1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9" name="Google Shape;149;p15"/>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solidFill>
                  <a:schemeClr val="dk1"/>
                </a:solidFill>
              </a:defRPr>
            </a:lvl1pPr>
            <a:lvl2pPr lvl="1">
              <a:spcBef>
                <a:spcPts val="0"/>
              </a:spcBef>
              <a:spcAft>
                <a:spcPts val="0"/>
              </a:spcAft>
              <a:buNone/>
              <a:defRPr sz="2500">
                <a:solidFill>
                  <a:schemeClr val="dk1"/>
                </a:solidFill>
              </a:defRPr>
            </a:lvl2pPr>
            <a:lvl3pPr lvl="2">
              <a:spcBef>
                <a:spcPts val="0"/>
              </a:spcBef>
              <a:spcAft>
                <a:spcPts val="0"/>
              </a:spcAft>
              <a:buNone/>
              <a:defRPr sz="2500">
                <a:solidFill>
                  <a:schemeClr val="dk1"/>
                </a:solidFill>
              </a:defRPr>
            </a:lvl3pPr>
            <a:lvl4pPr lvl="3">
              <a:spcBef>
                <a:spcPts val="0"/>
              </a:spcBef>
              <a:spcAft>
                <a:spcPts val="0"/>
              </a:spcAft>
              <a:buNone/>
              <a:defRPr sz="2500">
                <a:solidFill>
                  <a:schemeClr val="dk1"/>
                </a:solidFill>
              </a:defRPr>
            </a:lvl4pPr>
            <a:lvl5pPr lvl="4">
              <a:spcBef>
                <a:spcPts val="0"/>
              </a:spcBef>
              <a:spcAft>
                <a:spcPts val="0"/>
              </a:spcAft>
              <a:buNone/>
              <a:defRPr sz="2500">
                <a:solidFill>
                  <a:schemeClr val="dk1"/>
                </a:solidFill>
              </a:defRPr>
            </a:lvl5pPr>
            <a:lvl6pPr lvl="5">
              <a:spcBef>
                <a:spcPts val="0"/>
              </a:spcBef>
              <a:spcAft>
                <a:spcPts val="0"/>
              </a:spcAft>
              <a:buNone/>
              <a:defRPr sz="2500">
                <a:solidFill>
                  <a:schemeClr val="dk1"/>
                </a:solidFill>
              </a:defRPr>
            </a:lvl6pPr>
            <a:lvl7pPr lvl="6">
              <a:spcBef>
                <a:spcPts val="0"/>
              </a:spcBef>
              <a:spcAft>
                <a:spcPts val="0"/>
              </a:spcAft>
              <a:buNone/>
              <a:defRPr sz="2500">
                <a:solidFill>
                  <a:schemeClr val="dk1"/>
                </a:solidFill>
              </a:defRPr>
            </a:lvl7pPr>
            <a:lvl8pPr lvl="7">
              <a:spcBef>
                <a:spcPts val="0"/>
              </a:spcBef>
              <a:spcAft>
                <a:spcPts val="0"/>
              </a:spcAft>
              <a:buNone/>
              <a:defRPr sz="2500">
                <a:solidFill>
                  <a:schemeClr val="dk1"/>
                </a:solidFill>
              </a:defRPr>
            </a:lvl8pPr>
            <a:lvl9pPr lvl="8">
              <a:spcBef>
                <a:spcPts val="0"/>
              </a:spcBef>
              <a:spcAft>
                <a:spcPts val="0"/>
              </a:spcAft>
              <a:buNone/>
              <a:defRPr sz="2500">
                <a:solidFill>
                  <a:schemeClr val="dk1"/>
                </a:solidFill>
              </a:defRPr>
            </a:lvl9pPr>
          </a:lstStyle>
          <a:p/>
        </p:txBody>
      </p:sp>
      <p:sp>
        <p:nvSpPr>
          <p:cNvPr id="150" name="Google Shape;150;p15"/>
          <p:cNvSpPr/>
          <p:nvPr>
            <p:ph idx="2" type="pic"/>
          </p:nvPr>
        </p:nvSpPr>
        <p:spPr>
          <a:xfrm>
            <a:off x="1442350" y="3492500"/>
            <a:ext cx="408900" cy="408900"/>
          </a:xfrm>
          <a:prstGeom prst="ellipse">
            <a:avLst/>
          </a:prstGeom>
          <a:noFill/>
          <a:ln>
            <a:noFill/>
          </a:ln>
        </p:spPr>
      </p:sp>
      <p:sp>
        <p:nvSpPr>
          <p:cNvPr id="151" name="Google Shape;151;p15"/>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p:txBody>
      </p:sp>
      <p:sp>
        <p:nvSpPr>
          <p:cNvPr id="152" name="Google Shape;152;p15"/>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modules">
  <p:cSld name="CUSTOM">
    <p:bg>
      <p:bgPr>
        <a:solidFill>
          <a:schemeClr val="lt1"/>
        </a:solidFill>
      </p:bgPr>
    </p:bg>
    <p:spTree>
      <p:nvGrpSpPr>
        <p:cNvPr id="153" name="Shape 153"/>
        <p:cNvGrpSpPr/>
        <p:nvPr/>
      </p:nvGrpSpPr>
      <p:grpSpPr>
        <a:xfrm>
          <a:off x="0" y="0"/>
          <a:ext cx="0" cy="0"/>
          <a:chOff x="0" y="0"/>
          <a:chExt cx="0" cy="0"/>
        </a:xfrm>
      </p:grpSpPr>
      <p:sp>
        <p:nvSpPr>
          <p:cNvPr id="154" name="Google Shape;154;p1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5" name="Google Shape;155;p16"/>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56" name="Google Shape;156;p16"/>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7" name="Google Shape;157;p16"/>
          <p:cNvSpPr txBox="1"/>
          <p:nvPr>
            <p:ph idx="3" type="body"/>
          </p:nvPr>
        </p:nvSpPr>
        <p:spPr>
          <a:xfrm>
            <a:off x="361975" y="3256513"/>
            <a:ext cx="3860100" cy="13275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8" name="Google Shape;158;p16"/>
          <p:cNvSpPr txBox="1"/>
          <p:nvPr>
            <p:ph idx="4" type="title"/>
          </p:nvPr>
        </p:nvSpPr>
        <p:spPr>
          <a:xfrm>
            <a:off x="48008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159" name="Google Shape;159;p16"/>
          <p:cNvSpPr txBox="1"/>
          <p:nvPr>
            <p:ph idx="5" type="title"/>
          </p:nvPr>
        </p:nvSpPr>
        <p:spPr>
          <a:xfrm>
            <a:off x="70949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60" name="Google Shape;160;p16"/>
          <p:cNvSpPr txBox="1"/>
          <p:nvPr>
            <p:ph idx="6" type="title"/>
          </p:nvPr>
        </p:nvSpPr>
        <p:spPr>
          <a:xfrm>
            <a:off x="4800825" y="1698225"/>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61" name="Google Shape;161;p16"/>
          <p:cNvSpPr txBox="1"/>
          <p:nvPr>
            <p:ph idx="7" type="body"/>
          </p:nvPr>
        </p:nvSpPr>
        <p:spPr>
          <a:xfrm>
            <a:off x="4800825" y="4122308"/>
            <a:ext cx="39759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62" name="Google Shape;162;p16"/>
          <p:cNvSpPr txBox="1"/>
          <p:nvPr>
            <p:ph idx="8" type="title"/>
          </p:nvPr>
        </p:nvSpPr>
        <p:spPr>
          <a:xfrm>
            <a:off x="4800825" y="3215225"/>
            <a:ext cx="3975900" cy="798900"/>
          </a:xfrm>
          <a:prstGeom prst="rect">
            <a:avLst/>
          </a:prstGeom>
        </p:spPr>
        <p:txBody>
          <a:bodyPr anchorCtr="0" anchor="t" bIns="0" lIns="0" spcFirstLastPara="1" rIns="0" wrap="square" tIns="0">
            <a:noAutofit/>
          </a:bodyPr>
          <a:lstStyle>
            <a:lvl1pPr lvl="0">
              <a:spcBef>
                <a:spcPts val="0"/>
              </a:spcBef>
              <a:spcAft>
                <a:spcPts val="0"/>
              </a:spcAft>
              <a:buNone/>
              <a:defRPr sz="6200"/>
            </a:lvl1pPr>
            <a:lvl2pPr lvl="1">
              <a:spcBef>
                <a:spcPts val="0"/>
              </a:spcBef>
              <a:spcAft>
                <a:spcPts val="0"/>
              </a:spcAft>
              <a:buNone/>
              <a:defRPr sz="2200">
                <a:solidFill>
                  <a:schemeClr val="dk1"/>
                </a:solidFill>
              </a:defRPr>
            </a:lvl2pPr>
            <a:lvl3pPr lvl="2">
              <a:spcBef>
                <a:spcPts val="0"/>
              </a:spcBef>
              <a:spcAft>
                <a:spcPts val="0"/>
              </a:spcAft>
              <a:buNone/>
              <a:defRPr sz="2200">
                <a:solidFill>
                  <a:schemeClr val="dk1"/>
                </a:solidFill>
              </a:defRPr>
            </a:lvl3pPr>
            <a:lvl4pPr lvl="3">
              <a:spcBef>
                <a:spcPts val="0"/>
              </a:spcBef>
              <a:spcAft>
                <a:spcPts val="0"/>
              </a:spcAft>
              <a:buNone/>
              <a:defRPr sz="2200">
                <a:solidFill>
                  <a:schemeClr val="dk1"/>
                </a:solidFill>
              </a:defRPr>
            </a:lvl4pPr>
            <a:lvl5pPr lvl="4">
              <a:spcBef>
                <a:spcPts val="0"/>
              </a:spcBef>
              <a:spcAft>
                <a:spcPts val="0"/>
              </a:spcAft>
              <a:buNone/>
              <a:defRPr sz="2200">
                <a:solidFill>
                  <a:schemeClr val="dk1"/>
                </a:solidFill>
              </a:defRPr>
            </a:lvl5pPr>
            <a:lvl6pPr lvl="5">
              <a:spcBef>
                <a:spcPts val="0"/>
              </a:spcBef>
              <a:spcAft>
                <a:spcPts val="0"/>
              </a:spcAft>
              <a:buNone/>
              <a:defRPr sz="2200">
                <a:solidFill>
                  <a:schemeClr val="dk1"/>
                </a:solidFill>
              </a:defRPr>
            </a:lvl6pPr>
            <a:lvl7pPr lvl="6">
              <a:spcBef>
                <a:spcPts val="0"/>
              </a:spcBef>
              <a:spcAft>
                <a:spcPts val="0"/>
              </a:spcAft>
              <a:buNone/>
              <a:defRPr sz="2200">
                <a:solidFill>
                  <a:schemeClr val="dk1"/>
                </a:solidFill>
              </a:defRPr>
            </a:lvl7pPr>
            <a:lvl8pPr lvl="7">
              <a:spcBef>
                <a:spcPts val="0"/>
              </a:spcBef>
              <a:spcAft>
                <a:spcPts val="0"/>
              </a:spcAft>
              <a:buNone/>
              <a:defRPr sz="2200">
                <a:solidFill>
                  <a:schemeClr val="dk1"/>
                </a:solidFill>
              </a:defRPr>
            </a:lvl8pPr>
            <a:lvl9pPr lvl="8">
              <a:spcBef>
                <a:spcPts val="0"/>
              </a:spcBef>
              <a:spcAft>
                <a:spcPts val="0"/>
              </a:spcAft>
              <a:buNone/>
              <a:defRPr sz="2200">
                <a:solidFill>
                  <a:schemeClr val="dk1"/>
                </a:solidFill>
              </a:defRPr>
            </a:lvl9pPr>
          </a:lstStyle>
          <a:p/>
        </p:txBody>
      </p:sp>
      <p:sp>
        <p:nvSpPr>
          <p:cNvPr id="163" name="Google Shape;163;p16"/>
          <p:cNvSpPr txBox="1"/>
          <p:nvPr>
            <p:ph idx="9" type="body"/>
          </p:nvPr>
        </p:nvSpPr>
        <p:spPr>
          <a:xfrm>
            <a:off x="4800825"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64" name="Google Shape;164;p16"/>
          <p:cNvSpPr txBox="1"/>
          <p:nvPr>
            <p:ph idx="13" type="body"/>
          </p:nvPr>
        </p:nvSpPr>
        <p:spPr>
          <a:xfrm>
            <a:off x="7115650"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65" name="Google Shape;165;p16"/>
          <p:cNvSpPr txBox="1"/>
          <p:nvPr>
            <p:ph idx="14" type="body"/>
          </p:nvPr>
        </p:nvSpPr>
        <p:spPr>
          <a:xfrm>
            <a:off x="4800825" y="8601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modules">
  <p:cSld name="CUSTOM_1">
    <p:bg>
      <p:bgPr>
        <a:solidFill>
          <a:schemeClr val="lt1"/>
        </a:solidFill>
      </p:bgPr>
    </p:bg>
    <p:spTree>
      <p:nvGrpSpPr>
        <p:cNvPr id="166" name="Shape 166"/>
        <p:cNvGrpSpPr/>
        <p:nvPr/>
      </p:nvGrpSpPr>
      <p:grpSpPr>
        <a:xfrm>
          <a:off x="0" y="0"/>
          <a:ext cx="0" cy="0"/>
          <a:chOff x="0" y="0"/>
          <a:chExt cx="0" cy="0"/>
        </a:xfrm>
      </p:grpSpPr>
      <p:sp>
        <p:nvSpPr>
          <p:cNvPr id="167" name="Google Shape;167;p1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68" name="Google Shape;168;p17"/>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69" name="Google Shape;169;p17"/>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0" name="Google Shape;170;p17"/>
          <p:cNvSpPr txBox="1"/>
          <p:nvPr>
            <p:ph idx="3" type="body"/>
          </p:nvPr>
        </p:nvSpPr>
        <p:spPr>
          <a:xfrm>
            <a:off x="4800825" y="3665600"/>
            <a:ext cx="39759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71" name="Google Shape;171;p17"/>
          <p:cNvSpPr txBox="1"/>
          <p:nvPr>
            <p:ph idx="4" type="subTitle"/>
          </p:nvPr>
        </p:nvSpPr>
        <p:spPr>
          <a:xfrm>
            <a:off x="4800825" y="3285232"/>
            <a:ext cx="39759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172" name="Google Shape;172;p17"/>
          <p:cNvSpPr txBox="1"/>
          <p:nvPr>
            <p:ph idx="5" type="body"/>
          </p:nvPr>
        </p:nvSpPr>
        <p:spPr>
          <a:xfrm>
            <a:off x="2611802" y="3665600"/>
            <a:ext cx="1627500" cy="1114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173" name="Google Shape;173;p17"/>
          <p:cNvSpPr txBox="1"/>
          <p:nvPr>
            <p:ph idx="6" type="subTitle"/>
          </p:nvPr>
        </p:nvSpPr>
        <p:spPr>
          <a:xfrm>
            <a:off x="2611802" y="3285232"/>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74" name="Google Shape;174;p17"/>
          <p:cNvSpPr txBox="1"/>
          <p:nvPr>
            <p:ph idx="7" type="body"/>
          </p:nvPr>
        </p:nvSpPr>
        <p:spPr>
          <a:xfrm>
            <a:off x="361977" y="3665600"/>
            <a:ext cx="16275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75" name="Google Shape;175;p17"/>
          <p:cNvSpPr txBox="1"/>
          <p:nvPr>
            <p:ph idx="8" type="subTitle"/>
          </p:nvPr>
        </p:nvSpPr>
        <p:spPr>
          <a:xfrm>
            <a:off x="361977" y="3285232"/>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176" name="Google Shape;176;p17"/>
          <p:cNvSpPr txBox="1"/>
          <p:nvPr>
            <p:ph idx="9" type="body"/>
          </p:nvPr>
        </p:nvSpPr>
        <p:spPr>
          <a:xfrm>
            <a:off x="490072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77" name="Google Shape;177;p17"/>
          <p:cNvSpPr txBox="1"/>
          <p:nvPr>
            <p:ph idx="13" type="subTitle"/>
          </p:nvPr>
        </p:nvSpPr>
        <p:spPr>
          <a:xfrm>
            <a:off x="4900725" y="706863"/>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178" name="Google Shape;178;p17"/>
          <p:cNvSpPr txBox="1"/>
          <p:nvPr>
            <p:ph idx="14" type="body"/>
          </p:nvPr>
        </p:nvSpPr>
        <p:spPr>
          <a:xfrm>
            <a:off x="714917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79" name="Google Shape;179;p17"/>
          <p:cNvSpPr txBox="1"/>
          <p:nvPr>
            <p:ph idx="15" type="subTitle"/>
          </p:nvPr>
        </p:nvSpPr>
        <p:spPr>
          <a:xfrm>
            <a:off x="7149175" y="706863"/>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80" name="Google Shape;180;p1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modules">
  <p:cSld name="CUSTOM_1_1">
    <p:bg>
      <p:bgPr>
        <a:solidFill>
          <a:schemeClr val="lt1"/>
        </a:solidFill>
      </p:bgPr>
    </p:bg>
    <p:spTree>
      <p:nvGrpSpPr>
        <p:cNvPr id="181" name="Shape 181"/>
        <p:cNvGrpSpPr/>
        <p:nvPr/>
      </p:nvGrpSpPr>
      <p:grpSpPr>
        <a:xfrm>
          <a:off x="0" y="0"/>
          <a:ext cx="0" cy="0"/>
          <a:chOff x="0" y="0"/>
          <a:chExt cx="0" cy="0"/>
        </a:xfrm>
      </p:grpSpPr>
      <p:sp>
        <p:nvSpPr>
          <p:cNvPr id="182" name="Google Shape;182;p1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3" name="Google Shape;183;p18"/>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4" name="Google Shape;184;p1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18"/>
          <p:cNvSpPr txBox="1"/>
          <p:nvPr>
            <p:ph type="title"/>
          </p:nvPr>
        </p:nvSpPr>
        <p:spPr>
          <a:xfrm>
            <a:off x="5796575" y="2351325"/>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solidFill>
                  <a:schemeClr val="dk1"/>
                </a:solidFill>
              </a:defRPr>
            </a:lvl1pPr>
            <a:lvl2pPr lvl="1">
              <a:lnSpc>
                <a:spcPct val="90000"/>
              </a:lnSpc>
              <a:spcBef>
                <a:spcPts val="0"/>
              </a:spcBef>
              <a:spcAft>
                <a:spcPts val="0"/>
              </a:spcAft>
              <a:buNone/>
              <a:defRPr sz="6200">
                <a:solidFill>
                  <a:schemeClr val="dk1"/>
                </a:solidFill>
              </a:defRPr>
            </a:lvl2pPr>
            <a:lvl3pPr lvl="2">
              <a:lnSpc>
                <a:spcPct val="90000"/>
              </a:lnSpc>
              <a:spcBef>
                <a:spcPts val="0"/>
              </a:spcBef>
              <a:spcAft>
                <a:spcPts val="0"/>
              </a:spcAft>
              <a:buNone/>
              <a:defRPr sz="6200">
                <a:solidFill>
                  <a:schemeClr val="dk1"/>
                </a:solidFill>
              </a:defRPr>
            </a:lvl3pPr>
            <a:lvl4pPr lvl="3">
              <a:lnSpc>
                <a:spcPct val="90000"/>
              </a:lnSpc>
              <a:spcBef>
                <a:spcPts val="0"/>
              </a:spcBef>
              <a:spcAft>
                <a:spcPts val="0"/>
              </a:spcAft>
              <a:buNone/>
              <a:defRPr sz="6200">
                <a:solidFill>
                  <a:schemeClr val="dk1"/>
                </a:solidFill>
              </a:defRPr>
            </a:lvl4pPr>
            <a:lvl5pPr lvl="4">
              <a:lnSpc>
                <a:spcPct val="90000"/>
              </a:lnSpc>
              <a:spcBef>
                <a:spcPts val="0"/>
              </a:spcBef>
              <a:spcAft>
                <a:spcPts val="0"/>
              </a:spcAft>
              <a:buNone/>
              <a:defRPr sz="6200">
                <a:solidFill>
                  <a:schemeClr val="dk1"/>
                </a:solidFill>
              </a:defRPr>
            </a:lvl5pPr>
            <a:lvl6pPr lvl="5">
              <a:lnSpc>
                <a:spcPct val="90000"/>
              </a:lnSpc>
              <a:spcBef>
                <a:spcPts val="0"/>
              </a:spcBef>
              <a:spcAft>
                <a:spcPts val="0"/>
              </a:spcAft>
              <a:buNone/>
              <a:defRPr sz="6200">
                <a:solidFill>
                  <a:schemeClr val="dk1"/>
                </a:solidFill>
              </a:defRPr>
            </a:lvl6pPr>
            <a:lvl7pPr lvl="6">
              <a:lnSpc>
                <a:spcPct val="90000"/>
              </a:lnSpc>
              <a:spcBef>
                <a:spcPts val="0"/>
              </a:spcBef>
              <a:spcAft>
                <a:spcPts val="0"/>
              </a:spcAft>
              <a:buNone/>
              <a:defRPr sz="6200">
                <a:solidFill>
                  <a:schemeClr val="dk1"/>
                </a:solidFill>
              </a:defRPr>
            </a:lvl7pPr>
            <a:lvl8pPr lvl="7">
              <a:lnSpc>
                <a:spcPct val="90000"/>
              </a:lnSpc>
              <a:spcBef>
                <a:spcPts val="0"/>
              </a:spcBef>
              <a:spcAft>
                <a:spcPts val="0"/>
              </a:spcAft>
              <a:buNone/>
              <a:defRPr sz="6200">
                <a:solidFill>
                  <a:schemeClr val="dk1"/>
                </a:solidFill>
              </a:defRPr>
            </a:lvl8pPr>
            <a:lvl9pPr lvl="8">
              <a:lnSpc>
                <a:spcPct val="90000"/>
              </a:lnSpc>
              <a:spcBef>
                <a:spcPts val="0"/>
              </a:spcBef>
              <a:spcAft>
                <a:spcPts val="0"/>
              </a:spcAft>
              <a:buNone/>
              <a:defRPr sz="6200">
                <a:solidFill>
                  <a:schemeClr val="dk1"/>
                </a:solidFill>
              </a:defRPr>
            </a:lvl9pPr>
          </a:lstStyle>
          <a:p/>
        </p:txBody>
      </p:sp>
      <p:sp>
        <p:nvSpPr>
          <p:cNvPr id="186" name="Google Shape;186;p18"/>
          <p:cNvSpPr txBox="1"/>
          <p:nvPr>
            <p:ph idx="3" type="title"/>
          </p:nvPr>
        </p:nvSpPr>
        <p:spPr>
          <a:xfrm>
            <a:off x="5796575" y="507450"/>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lvl1pPr>
            <a:lvl2pPr lvl="1">
              <a:lnSpc>
                <a:spcPct val="90000"/>
              </a:lnSpc>
              <a:spcBef>
                <a:spcPts val="0"/>
              </a:spcBef>
              <a:spcAft>
                <a:spcPts val="0"/>
              </a:spcAft>
              <a:buNone/>
              <a:defRPr sz="6200"/>
            </a:lvl2pPr>
            <a:lvl3pPr lvl="2">
              <a:lnSpc>
                <a:spcPct val="90000"/>
              </a:lnSpc>
              <a:spcBef>
                <a:spcPts val="0"/>
              </a:spcBef>
              <a:spcAft>
                <a:spcPts val="0"/>
              </a:spcAft>
              <a:buNone/>
              <a:defRPr sz="6200"/>
            </a:lvl3pPr>
            <a:lvl4pPr lvl="3">
              <a:lnSpc>
                <a:spcPct val="90000"/>
              </a:lnSpc>
              <a:spcBef>
                <a:spcPts val="0"/>
              </a:spcBef>
              <a:spcAft>
                <a:spcPts val="0"/>
              </a:spcAft>
              <a:buNone/>
              <a:defRPr sz="6200"/>
            </a:lvl4pPr>
            <a:lvl5pPr lvl="4">
              <a:lnSpc>
                <a:spcPct val="90000"/>
              </a:lnSpc>
              <a:spcBef>
                <a:spcPts val="0"/>
              </a:spcBef>
              <a:spcAft>
                <a:spcPts val="0"/>
              </a:spcAft>
              <a:buNone/>
              <a:defRPr sz="6200"/>
            </a:lvl5pPr>
            <a:lvl6pPr lvl="5">
              <a:lnSpc>
                <a:spcPct val="90000"/>
              </a:lnSpc>
              <a:spcBef>
                <a:spcPts val="0"/>
              </a:spcBef>
              <a:spcAft>
                <a:spcPts val="0"/>
              </a:spcAft>
              <a:buNone/>
              <a:defRPr sz="6200"/>
            </a:lvl6pPr>
            <a:lvl7pPr lvl="6">
              <a:lnSpc>
                <a:spcPct val="90000"/>
              </a:lnSpc>
              <a:spcBef>
                <a:spcPts val="0"/>
              </a:spcBef>
              <a:spcAft>
                <a:spcPts val="0"/>
              </a:spcAft>
              <a:buNone/>
              <a:defRPr sz="6200"/>
            </a:lvl7pPr>
            <a:lvl8pPr lvl="7">
              <a:lnSpc>
                <a:spcPct val="90000"/>
              </a:lnSpc>
              <a:spcBef>
                <a:spcPts val="0"/>
              </a:spcBef>
              <a:spcAft>
                <a:spcPts val="0"/>
              </a:spcAft>
              <a:buNone/>
              <a:defRPr sz="6200"/>
            </a:lvl8pPr>
            <a:lvl9pPr lvl="8">
              <a:lnSpc>
                <a:spcPct val="90000"/>
              </a:lnSpc>
              <a:spcBef>
                <a:spcPts val="0"/>
              </a:spcBef>
              <a:spcAft>
                <a:spcPts val="0"/>
              </a:spcAft>
              <a:buNone/>
              <a:defRPr sz="6200"/>
            </a:lvl9pPr>
          </a:lstStyle>
          <a:p/>
        </p:txBody>
      </p:sp>
      <p:sp>
        <p:nvSpPr>
          <p:cNvPr id="187" name="Google Shape;187;p18"/>
          <p:cNvSpPr txBox="1"/>
          <p:nvPr>
            <p:ph idx="4" type="subTitle"/>
          </p:nvPr>
        </p:nvSpPr>
        <p:spPr>
          <a:xfrm>
            <a:off x="5712600" y="4290612"/>
            <a:ext cx="2613300" cy="5439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188" name="Google Shape;188;p18"/>
          <p:cNvSpPr txBox="1"/>
          <p:nvPr>
            <p:ph idx="5" type="subTitle"/>
          </p:nvPr>
        </p:nvSpPr>
        <p:spPr>
          <a:xfrm>
            <a:off x="5712600" y="3243901"/>
            <a:ext cx="2613300" cy="4323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189" name="Google Shape;189;p18"/>
          <p:cNvSpPr txBox="1"/>
          <p:nvPr>
            <p:ph idx="6" type="subTitle"/>
          </p:nvPr>
        </p:nvSpPr>
        <p:spPr>
          <a:xfrm>
            <a:off x="5712600" y="1318375"/>
            <a:ext cx="2613300" cy="4830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modules">
  <p:cSld name="CUSTOM_1_1_1">
    <p:spTree>
      <p:nvGrpSpPr>
        <p:cNvPr id="190" name="Shape 190"/>
        <p:cNvGrpSpPr/>
        <p:nvPr/>
      </p:nvGrpSpPr>
      <p:grpSpPr>
        <a:xfrm>
          <a:off x="0" y="0"/>
          <a:ext cx="0" cy="0"/>
          <a:chOff x="0" y="0"/>
          <a:chExt cx="0" cy="0"/>
        </a:xfrm>
      </p:grpSpPr>
      <p:sp>
        <p:nvSpPr>
          <p:cNvPr id="191" name="Google Shape;191;p1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19"/>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3" name="Google Shape;193;p1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4" name="Google Shape;194;p19"/>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1">
  <p:cSld name="CUSTOM_2">
    <p:spTree>
      <p:nvGrpSpPr>
        <p:cNvPr id="195" name="Shape 195"/>
        <p:cNvGrpSpPr/>
        <p:nvPr/>
      </p:nvGrpSpPr>
      <p:grpSpPr>
        <a:xfrm>
          <a:off x="0" y="0"/>
          <a:ext cx="0" cy="0"/>
          <a:chOff x="0" y="0"/>
          <a:chExt cx="0" cy="0"/>
        </a:xfrm>
      </p:grpSpPr>
      <p:sp>
        <p:nvSpPr>
          <p:cNvPr id="196" name="Google Shape;196;p20"/>
          <p:cNvSpPr/>
          <p:nvPr>
            <p:ph idx="2" type="pic"/>
          </p:nvPr>
        </p:nvSpPr>
        <p:spPr>
          <a:xfrm>
            <a:off x="6289075" y="1793300"/>
            <a:ext cx="2853300" cy="3350400"/>
          </a:xfrm>
          <a:prstGeom prst="rect">
            <a:avLst/>
          </a:prstGeom>
          <a:noFill/>
          <a:ln>
            <a:noFill/>
          </a:ln>
        </p:spPr>
      </p:sp>
      <p:sp>
        <p:nvSpPr>
          <p:cNvPr id="197" name="Google Shape;197;p20"/>
          <p:cNvSpPr/>
          <p:nvPr/>
        </p:nvSpPr>
        <p:spPr>
          <a:xfrm>
            <a:off x="6289085" y="0"/>
            <a:ext cx="2853300" cy="17931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198" name="Google Shape;198;p20"/>
          <p:cNvSpPr txBox="1"/>
          <p:nvPr>
            <p:ph type="title"/>
          </p:nvPr>
        </p:nvSpPr>
        <p:spPr>
          <a:xfrm>
            <a:off x="361975" y="988550"/>
            <a:ext cx="5356800" cy="2255400"/>
          </a:xfrm>
          <a:prstGeom prst="rect">
            <a:avLst/>
          </a:prstGeom>
        </p:spPr>
        <p:txBody>
          <a:bodyPr anchorCtr="0" anchor="t" bIns="0" lIns="0" spcFirstLastPara="1" rIns="0" wrap="square" tIns="0">
            <a:noAutofit/>
          </a:bodyPr>
          <a:lstStyle>
            <a:lvl1pPr lvl="0">
              <a:spcBef>
                <a:spcPts val="0"/>
              </a:spcBef>
              <a:spcAft>
                <a:spcPts val="0"/>
              </a:spcAft>
              <a:buNone/>
              <a:defRPr sz="2200"/>
            </a:lvl1pPr>
            <a:lvl2pPr lvl="1">
              <a:spcBef>
                <a:spcPts val="0"/>
              </a:spcBef>
              <a:spcAft>
                <a:spcPts val="0"/>
              </a:spcAft>
              <a:buNone/>
              <a:defRPr sz="2200"/>
            </a:lvl2pPr>
            <a:lvl3pPr lvl="2">
              <a:spcBef>
                <a:spcPts val="0"/>
              </a:spcBef>
              <a:spcAft>
                <a:spcPts val="0"/>
              </a:spcAft>
              <a:buNone/>
              <a:defRPr sz="2200"/>
            </a:lvl3pPr>
            <a:lvl4pPr lvl="3">
              <a:spcBef>
                <a:spcPts val="0"/>
              </a:spcBef>
              <a:spcAft>
                <a:spcPts val="0"/>
              </a:spcAft>
              <a:buNone/>
              <a:defRPr sz="2200"/>
            </a:lvl4pPr>
            <a:lvl5pPr lvl="4">
              <a:spcBef>
                <a:spcPts val="0"/>
              </a:spcBef>
              <a:spcAft>
                <a:spcPts val="0"/>
              </a:spcAft>
              <a:buNone/>
              <a:defRPr sz="2200"/>
            </a:lvl5pPr>
            <a:lvl6pPr lvl="5">
              <a:spcBef>
                <a:spcPts val="0"/>
              </a:spcBef>
              <a:spcAft>
                <a:spcPts val="0"/>
              </a:spcAft>
              <a:buNone/>
              <a:defRPr sz="2200"/>
            </a:lvl6pPr>
            <a:lvl7pPr lvl="6">
              <a:spcBef>
                <a:spcPts val="0"/>
              </a:spcBef>
              <a:spcAft>
                <a:spcPts val="0"/>
              </a:spcAft>
              <a:buNone/>
              <a:defRPr sz="2200"/>
            </a:lvl7pPr>
            <a:lvl8pPr lvl="7">
              <a:spcBef>
                <a:spcPts val="0"/>
              </a:spcBef>
              <a:spcAft>
                <a:spcPts val="0"/>
              </a:spcAft>
              <a:buNone/>
              <a:defRPr sz="2200"/>
            </a:lvl8pPr>
            <a:lvl9pPr lvl="8">
              <a:spcBef>
                <a:spcPts val="0"/>
              </a:spcBef>
              <a:spcAft>
                <a:spcPts val="0"/>
              </a:spcAft>
              <a:buNone/>
              <a:defRPr sz="2200"/>
            </a:lvl9pPr>
          </a:lstStyle>
          <a:p/>
        </p:txBody>
      </p:sp>
      <p:sp>
        <p:nvSpPr>
          <p:cNvPr id="199" name="Google Shape;199;p20"/>
          <p:cNvSpPr txBox="1"/>
          <p:nvPr>
            <p:ph idx="1" type="body"/>
          </p:nvPr>
        </p:nvSpPr>
        <p:spPr>
          <a:xfrm>
            <a:off x="361975" y="3541582"/>
            <a:ext cx="3777000" cy="1044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00" name="Google Shape;200;p2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1" name="Google Shape;201;p20"/>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2">
  <p:cSld name="CUSTOM_2_1">
    <p:spTree>
      <p:nvGrpSpPr>
        <p:cNvPr id="202" name="Shape 202"/>
        <p:cNvGrpSpPr/>
        <p:nvPr/>
      </p:nvGrpSpPr>
      <p:grpSpPr>
        <a:xfrm>
          <a:off x="0" y="0"/>
          <a:ext cx="0" cy="0"/>
          <a:chOff x="0" y="0"/>
          <a:chExt cx="0" cy="0"/>
        </a:xfrm>
      </p:grpSpPr>
      <p:sp>
        <p:nvSpPr>
          <p:cNvPr id="203" name="Google Shape;203;p2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4" name="Google Shape;204;p2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5" name="Google Shape;205;p21"/>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ctr">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06" name="Google Shape;206;p21"/>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07" name="Google Shape;207;p21"/>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sz="2200"/>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08" name="Google Shape;208;p21"/>
          <p:cNvSpPr/>
          <p:nvPr>
            <p:ph idx="4" type="pic"/>
          </p:nvPr>
        </p:nvSpPr>
        <p:spPr>
          <a:xfrm>
            <a:off x="3982589" y="2427948"/>
            <a:ext cx="1179600" cy="1417200"/>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3">
  <p:cSld name="CUSTOM_2_1_2">
    <p:bg>
      <p:bgPr>
        <a:solidFill>
          <a:schemeClr val="accent1"/>
        </a:solidFill>
      </p:bgPr>
    </p:bg>
    <p:spTree>
      <p:nvGrpSpPr>
        <p:cNvPr id="209" name="Shape 209"/>
        <p:cNvGrpSpPr/>
        <p:nvPr/>
      </p:nvGrpSpPr>
      <p:grpSpPr>
        <a:xfrm>
          <a:off x="0" y="0"/>
          <a:ext cx="0" cy="0"/>
          <a:chOff x="0" y="0"/>
          <a:chExt cx="0" cy="0"/>
        </a:xfrm>
      </p:grpSpPr>
      <p:sp>
        <p:nvSpPr>
          <p:cNvPr id="210" name="Google Shape;210;p2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1" name="Google Shape;211;p2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 name="Google Shape;212;p22"/>
          <p:cNvSpPr txBox="1"/>
          <p:nvPr>
            <p:ph idx="2" type="subTitle"/>
          </p:nvPr>
        </p:nvSpPr>
        <p:spPr>
          <a:xfrm>
            <a:off x="3154650" y="1051772"/>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13" name="Google Shape;213;p22"/>
          <p:cNvSpPr txBox="1"/>
          <p:nvPr>
            <p:ph type="title"/>
          </p:nvPr>
        </p:nvSpPr>
        <p:spPr>
          <a:xfrm>
            <a:off x="3154650" y="1801500"/>
            <a:ext cx="5622000" cy="2832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lvl1pPr>
            <a:lvl2pPr lvl="1">
              <a:lnSpc>
                <a:spcPct val="90000"/>
              </a:lnSpc>
              <a:spcBef>
                <a:spcPts val="0"/>
              </a:spcBef>
              <a:spcAft>
                <a:spcPts val="0"/>
              </a:spcAft>
              <a:buNone/>
              <a:defRPr sz="2800"/>
            </a:lvl2pPr>
            <a:lvl3pPr lvl="2">
              <a:lnSpc>
                <a:spcPct val="90000"/>
              </a:lnSpc>
              <a:spcBef>
                <a:spcPts val="0"/>
              </a:spcBef>
              <a:spcAft>
                <a:spcPts val="0"/>
              </a:spcAft>
              <a:buNone/>
              <a:defRPr sz="2800"/>
            </a:lvl3pPr>
            <a:lvl4pPr lvl="3">
              <a:lnSpc>
                <a:spcPct val="90000"/>
              </a:lnSpc>
              <a:spcBef>
                <a:spcPts val="0"/>
              </a:spcBef>
              <a:spcAft>
                <a:spcPts val="0"/>
              </a:spcAft>
              <a:buNone/>
              <a:defRPr sz="2800"/>
            </a:lvl4pPr>
            <a:lvl5pPr lvl="4">
              <a:lnSpc>
                <a:spcPct val="90000"/>
              </a:lnSpc>
              <a:spcBef>
                <a:spcPts val="0"/>
              </a:spcBef>
              <a:spcAft>
                <a:spcPts val="0"/>
              </a:spcAft>
              <a:buNone/>
              <a:defRPr sz="2800"/>
            </a:lvl5pPr>
            <a:lvl6pPr lvl="5">
              <a:lnSpc>
                <a:spcPct val="90000"/>
              </a:lnSpc>
              <a:spcBef>
                <a:spcPts val="0"/>
              </a:spcBef>
              <a:spcAft>
                <a:spcPts val="0"/>
              </a:spcAft>
              <a:buNone/>
              <a:defRPr sz="2800"/>
            </a:lvl6pPr>
            <a:lvl7pPr lvl="6">
              <a:lnSpc>
                <a:spcPct val="90000"/>
              </a:lnSpc>
              <a:spcBef>
                <a:spcPts val="0"/>
              </a:spcBef>
              <a:spcAft>
                <a:spcPts val="0"/>
              </a:spcAft>
              <a:buNone/>
              <a:defRPr sz="2800"/>
            </a:lvl7pPr>
            <a:lvl8pPr lvl="7">
              <a:lnSpc>
                <a:spcPct val="90000"/>
              </a:lnSpc>
              <a:spcBef>
                <a:spcPts val="0"/>
              </a:spcBef>
              <a:spcAft>
                <a:spcPts val="0"/>
              </a:spcAft>
              <a:buNone/>
              <a:defRPr sz="2800"/>
            </a:lvl8pPr>
            <a:lvl9pPr lvl="8">
              <a:lnSpc>
                <a:spcPct val="90000"/>
              </a:lnSpc>
              <a:spcBef>
                <a:spcPts val="0"/>
              </a:spcBef>
              <a:spcAft>
                <a:spcPts val="0"/>
              </a:spcAft>
              <a:buNone/>
              <a:defRPr sz="2800"/>
            </a:lvl9pPr>
          </a:lstStyle>
          <a:p/>
        </p:txBody>
      </p:sp>
      <p:sp>
        <p:nvSpPr>
          <p:cNvPr id="214" name="Google Shape;214;p22"/>
          <p:cNvSpPr/>
          <p:nvPr>
            <p:ph idx="3" type="pic"/>
          </p:nvPr>
        </p:nvSpPr>
        <p:spPr>
          <a:xfrm>
            <a:off x="361975" y="1066100"/>
            <a:ext cx="1967700" cy="1311600"/>
          </a:xfrm>
          <a:prstGeom prst="rect">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CUSTOM_2_1_2_1_2">
    <p:bg>
      <p:bgPr>
        <a:solidFill>
          <a:schemeClr val="lt1"/>
        </a:solidFill>
      </p:bgPr>
    </p:bg>
    <p:spTree>
      <p:nvGrpSpPr>
        <p:cNvPr id="215" name="Shape 215"/>
        <p:cNvGrpSpPr/>
        <p:nvPr/>
      </p:nvGrpSpPr>
      <p:grpSpPr>
        <a:xfrm>
          <a:off x="0" y="0"/>
          <a:ext cx="0" cy="0"/>
          <a:chOff x="0" y="0"/>
          <a:chExt cx="0" cy="0"/>
        </a:xfrm>
      </p:grpSpPr>
      <p:sp>
        <p:nvSpPr>
          <p:cNvPr id="216" name="Google Shape;216;p23"/>
          <p:cNvSpPr/>
          <p:nvPr>
            <p:ph idx="2" type="pic"/>
          </p:nvPr>
        </p:nvSpPr>
        <p:spPr>
          <a:xfrm>
            <a:off x="361975" y="781775"/>
            <a:ext cx="2872800" cy="3783300"/>
          </a:xfrm>
          <a:prstGeom prst="rect">
            <a:avLst/>
          </a:prstGeom>
          <a:noFill/>
          <a:ln>
            <a:noFill/>
          </a:ln>
        </p:spPr>
      </p:sp>
      <p:sp>
        <p:nvSpPr>
          <p:cNvPr id="217" name="Google Shape;217;p2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8" name="Google Shape;218;p2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9" name="Google Shape;219;p23"/>
          <p:cNvSpPr txBox="1"/>
          <p:nvPr>
            <p:ph idx="3" type="subTitle"/>
          </p:nvPr>
        </p:nvSpPr>
        <p:spPr>
          <a:xfrm>
            <a:off x="3657600" y="1051772"/>
            <a:ext cx="4163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20" name="Google Shape;220;p23"/>
          <p:cNvSpPr txBox="1"/>
          <p:nvPr>
            <p:ph type="title"/>
          </p:nvPr>
        </p:nvSpPr>
        <p:spPr>
          <a:xfrm>
            <a:off x="3657600" y="1555450"/>
            <a:ext cx="5622000" cy="1750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solidFill>
                  <a:schemeClr val="dk1"/>
                </a:solidFill>
              </a:defRPr>
            </a:lvl1pPr>
            <a:lvl2pPr lvl="1">
              <a:lnSpc>
                <a:spcPct val="90000"/>
              </a:lnSpc>
              <a:spcBef>
                <a:spcPts val="0"/>
              </a:spcBef>
              <a:spcAft>
                <a:spcPts val="0"/>
              </a:spcAft>
              <a:buNone/>
              <a:defRPr sz="2800">
                <a:solidFill>
                  <a:schemeClr val="dk1"/>
                </a:solidFill>
              </a:defRPr>
            </a:lvl2pPr>
            <a:lvl3pPr lvl="2">
              <a:lnSpc>
                <a:spcPct val="90000"/>
              </a:lnSpc>
              <a:spcBef>
                <a:spcPts val="0"/>
              </a:spcBef>
              <a:spcAft>
                <a:spcPts val="0"/>
              </a:spcAft>
              <a:buNone/>
              <a:defRPr sz="2800">
                <a:solidFill>
                  <a:schemeClr val="dk1"/>
                </a:solidFill>
              </a:defRPr>
            </a:lvl3pPr>
            <a:lvl4pPr lvl="3">
              <a:lnSpc>
                <a:spcPct val="90000"/>
              </a:lnSpc>
              <a:spcBef>
                <a:spcPts val="0"/>
              </a:spcBef>
              <a:spcAft>
                <a:spcPts val="0"/>
              </a:spcAft>
              <a:buNone/>
              <a:defRPr sz="2800">
                <a:solidFill>
                  <a:schemeClr val="dk1"/>
                </a:solidFill>
              </a:defRPr>
            </a:lvl4pPr>
            <a:lvl5pPr lvl="4">
              <a:lnSpc>
                <a:spcPct val="90000"/>
              </a:lnSpc>
              <a:spcBef>
                <a:spcPts val="0"/>
              </a:spcBef>
              <a:spcAft>
                <a:spcPts val="0"/>
              </a:spcAft>
              <a:buNone/>
              <a:defRPr sz="2800">
                <a:solidFill>
                  <a:schemeClr val="dk1"/>
                </a:solidFill>
              </a:defRPr>
            </a:lvl5pPr>
            <a:lvl6pPr lvl="5">
              <a:lnSpc>
                <a:spcPct val="90000"/>
              </a:lnSpc>
              <a:spcBef>
                <a:spcPts val="0"/>
              </a:spcBef>
              <a:spcAft>
                <a:spcPts val="0"/>
              </a:spcAft>
              <a:buNone/>
              <a:defRPr sz="2800">
                <a:solidFill>
                  <a:schemeClr val="dk1"/>
                </a:solidFill>
              </a:defRPr>
            </a:lvl6pPr>
            <a:lvl7pPr lvl="6">
              <a:lnSpc>
                <a:spcPct val="90000"/>
              </a:lnSpc>
              <a:spcBef>
                <a:spcPts val="0"/>
              </a:spcBef>
              <a:spcAft>
                <a:spcPts val="0"/>
              </a:spcAft>
              <a:buNone/>
              <a:defRPr sz="2800">
                <a:solidFill>
                  <a:schemeClr val="dk1"/>
                </a:solidFill>
              </a:defRPr>
            </a:lvl7pPr>
            <a:lvl8pPr lvl="7">
              <a:lnSpc>
                <a:spcPct val="90000"/>
              </a:lnSpc>
              <a:spcBef>
                <a:spcPts val="0"/>
              </a:spcBef>
              <a:spcAft>
                <a:spcPts val="0"/>
              </a:spcAft>
              <a:buNone/>
              <a:defRPr sz="2800">
                <a:solidFill>
                  <a:schemeClr val="dk1"/>
                </a:solidFill>
              </a:defRPr>
            </a:lvl8pPr>
            <a:lvl9pPr lvl="8">
              <a:lnSpc>
                <a:spcPct val="90000"/>
              </a:lnSpc>
              <a:spcBef>
                <a:spcPts val="0"/>
              </a:spcBef>
              <a:spcAft>
                <a:spcPts val="0"/>
              </a:spcAft>
              <a:buNone/>
              <a:defRPr sz="2800">
                <a:solidFill>
                  <a:schemeClr val="dk1"/>
                </a:solidFill>
              </a:defRPr>
            </a:lvl9pPr>
          </a:lstStyle>
          <a:p/>
        </p:txBody>
      </p:sp>
      <p:sp>
        <p:nvSpPr>
          <p:cNvPr id="221" name="Google Shape;221;p23"/>
          <p:cNvSpPr txBox="1"/>
          <p:nvPr>
            <p:ph idx="4" type="body"/>
          </p:nvPr>
        </p:nvSpPr>
        <p:spPr>
          <a:xfrm>
            <a:off x="3657600" y="3556575"/>
            <a:ext cx="3554400" cy="1029300"/>
          </a:xfrm>
          <a:prstGeom prst="rect">
            <a:avLst/>
          </a:prstGeom>
        </p:spPr>
        <p:txBody>
          <a:bodyPr anchorCtr="0" anchor="b" bIns="0" lIns="0" spcFirstLastPara="1" rIns="0" wrap="square" tIns="0">
            <a:sp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5">
  <p:cSld name="CUSTOM_2_1_2_1_1">
    <p:bg>
      <p:bgPr>
        <a:solidFill>
          <a:schemeClr val="accent2"/>
        </a:solidFill>
      </p:bgPr>
    </p:bg>
    <p:spTree>
      <p:nvGrpSpPr>
        <p:cNvPr id="222" name="Shape 222"/>
        <p:cNvGrpSpPr/>
        <p:nvPr/>
      </p:nvGrpSpPr>
      <p:grpSpPr>
        <a:xfrm>
          <a:off x="0" y="0"/>
          <a:ext cx="0" cy="0"/>
          <a:chOff x="0" y="0"/>
          <a:chExt cx="0" cy="0"/>
        </a:xfrm>
      </p:grpSpPr>
      <p:pic>
        <p:nvPicPr>
          <p:cNvPr descr="The reflective glass facade of a skyscraper. " id="223" name="Google Shape;223;p24"/>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24" name="Google Shape;224;p2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2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p24"/>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a:buChar char="●"/>
              <a:defRPr sz="1000"/>
            </a:lvl1pPr>
            <a:lvl2pPr indent="-292100" lvl="1" marL="914400" algn="ctr">
              <a:spcBef>
                <a:spcPts val="800"/>
              </a:spcBef>
              <a:spcAft>
                <a:spcPts val="0"/>
              </a:spcAft>
              <a:buClr>
                <a:schemeClr val="lt1"/>
              </a:buClr>
              <a:buSzPts val="1000"/>
              <a:buFont typeface="DM Sans"/>
              <a:buChar char="○"/>
              <a:defRPr sz="1000"/>
            </a:lvl2pPr>
            <a:lvl3pPr indent="-292100" lvl="2" marL="1371600" algn="ctr">
              <a:spcBef>
                <a:spcPts val="800"/>
              </a:spcBef>
              <a:spcAft>
                <a:spcPts val="0"/>
              </a:spcAft>
              <a:buClr>
                <a:schemeClr val="lt1"/>
              </a:buClr>
              <a:buSzPts val="1000"/>
              <a:buFont typeface="DM Sans"/>
              <a:buChar char="■"/>
              <a:defRPr sz="1000"/>
            </a:lvl3pPr>
            <a:lvl4pPr indent="-292100" lvl="3" marL="1828800" algn="ctr">
              <a:spcBef>
                <a:spcPts val="800"/>
              </a:spcBef>
              <a:spcAft>
                <a:spcPts val="0"/>
              </a:spcAft>
              <a:buClr>
                <a:schemeClr val="lt1"/>
              </a:buClr>
              <a:buSzPts val="1000"/>
              <a:buFont typeface="DM Sans"/>
              <a:buChar char="●"/>
              <a:defRPr sz="1000"/>
            </a:lvl4pPr>
            <a:lvl5pPr indent="-292100" lvl="4" marL="2286000" algn="ctr">
              <a:spcBef>
                <a:spcPts val="800"/>
              </a:spcBef>
              <a:spcAft>
                <a:spcPts val="0"/>
              </a:spcAft>
              <a:buClr>
                <a:schemeClr val="lt1"/>
              </a:buClr>
              <a:buSzPts val="1000"/>
              <a:buFont typeface="DM Sans"/>
              <a:buChar char="○"/>
              <a:defRPr sz="1000"/>
            </a:lvl5pPr>
            <a:lvl6pPr indent="-292100" lvl="5" marL="2743200" algn="ctr">
              <a:spcBef>
                <a:spcPts val="800"/>
              </a:spcBef>
              <a:spcAft>
                <a:spcPts val="0"/>
              </a:spcAft>
              <a:buClr>
                <a:schemeClr val="lt1"/>
              </a:buClr>
              <a:buSzPts val="1000"/>
              <a:buFont typeface="DM Sans"/>
              <a:buChar char="■"/>
              <a:defRPr sz="1000"/>
            </a:lvl6pPr>
            <a:lvl7pPr indent="-292100" lvl="6" marL="3200400" algn="ctr">
              <a:spcBef>
                <a:spcPts val="800"/>
              </a:spcBef>
              <a:spcAft>
                <a:spcPts val="0"/>
              </a:spcAft>
              <a:buClr>
                <a:schemeClr val="lt1"/>
              </a:buClr>
              <a:buSzPts val="1000"/>
              <a:buFont typeface="DM Sans"/>
              <a:buChar char="●"/>
              <a:defRPr sz="1000"/>
            </a:lvl7pPr>
            <a:lvl8pPr indent="-292100" lvl="7" marL="3657600" algn="ctr">
              <a:spcBef>
                <a:spcPts val="800"/>
              </a:spcBef>
              <a:spcAft>
                <a:spcPts val="0"/>
              </a:spcAft>
              <a:buClr>
                <a:schemeClr val="lt1"/>
              </a:buClr>
              <a:buSzPts val="1000"/>
              <a:buFont typeface="DM Sans"/>
              <a:buChar char="○"/>
              <a:defRPr sz="1000"/>
            </a:lvl8pPr>
            <a:lvl9pPr indent="-292100" lvl="8" marL="4114800" algn="ctr">
              <a:spcBef>
                <a:spcPts val="800"/>
              </a:spcBef>
              <a:spcAft>
                <a:spcPts val="800"/>
              </a:spcAft>
              <a:buClr>
                <a:schemeClr val="lt1"/>
              </a:buClr>
              <a:buSzPts val="1000"/>
              <a:buFont typeface="DM Sans"/>
              <a:buChar char="■"/>
              <a:defRPr sz="1000"/>
            </a:lvl9pPr>
          </a:lstStyle>
          <a:p/>
        </p:txBody>
      </p:sp>
      <p:sp>
        <p:nvSpPr>
          <p:cNvPr id="227" name="Google Shape;227;p24"/>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28" name="Google Shape;228;p24"/>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29" name="Google Shape;229;p24"/>
          <p:cNvSpPr/>
          <p:nvPr>
            <p:ph idx="4" type="pic"/>
          </p:nvPr>
        </p:nvSpPr>
        <p:spPr>
          <a:xfrm>
            <a:off x="3588150" y="2027104"/>
            <a:ext cx="1967700" cy="13116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1_1">
    <p:bg>
      <p:bgPr>
        <a:solidFill>
          <a:schemeClr val="accent1"/>
        </a:solidFill>
      </p:bgPr>
    </p:bg>
    <p:spTree>
      <p:nvGrpSpPr>
        <p:cNvPr id="230" name="Shape 230"/>
        <p:cNvGrpSpPr/>
        <p:nvPr/>
      </p:nvGrpSpPr>
      <p:grpSpPr>
        <a:xfrm>
          <a:off x="0" y="0"/>
          <a:ext cx="0" cy="0"/>
          <a:chOff x="0" y="0"/>
          <a:chExt cx="0" cy="0"/>
        </a:xfrm>
      </p:grpSpPr>
      <p:pic>
        <p:nvPicPr>
          <p:cNvPr descr="A modern glass skyscraper. " id="231" name="Google Shape;231;p25"/>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32" name="Google Shape;232;p2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2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4" name="Google Shape;234;p25"/>
          <p:cNvSpPr txBox="1"/>
          <p:nvPr>
            <p:ph idx="2"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35" name="Google Shape;235;p25"/>
          <p:cNvSpPr txBox="1"/>
          <p:nvPr>
            <p:ph type="title"/>
          </p:nvPr>
        </p:nvSpPr>
        <p:spPr>
          <a:xfrm>
            <a:off x="1128900" y="1430400"/>
            <a:ext cx="6886200" cy="2282700"/>
          </a:xfrm>
          <a:prstGeom prst="rect">
            <a:avLst/>
          </a:prstGeom>
        </p:spPr>
        <p:txBody>
          <a:bodyPr anchorCtr="0" anchor="ctr" bIns="0" lIns="0" spcFirstLastPara="1" rIns="0" wrap="square" tIns="0">
            <a:noAutofit/>
          </a:bodyPr>
          <a:lstStyle>
            <a:lvl1pPr lvl="0" algn="ctr">
              <a:spcBef>
                <a:spcPts val="0"/>
              </a:spcBef>
              <a:spcAft>
                <a:spcPts val="0"/>
              </a:spcAft>
              <a:buNone/>
              <a:defRPr sz="2800"/>
            </a:lvl1pPr>
            <a:lvl2pPr lvl="1" algn="ctr">
              <a:lnSpc>
                <a:spcPct val="115000"/>
              </a:lnSpc>
              <a:spcBef>
                <a:spcPts val="0"/>
              </a:spcBef>
              <a:spcAft>
                <a:spcPts val="0"/>
              </a:spcAft>
              <a:buNone/>
              <a:defRPr/>
            </a:lvl2pPr>
            <a:lvl3pPr lvl="2" algn="ctr">
              <a:lnSpc>
                <a:spcPct val="115000"/>
              </a:lnSpc>
              <a:spcBef>
                <a:spcPts val="0"/>
              </a:spcBef>
              <a:spcAft>
                <a:spcPts val="0"/>
              </a:spcAft>
              <a:buNone/>
              <a:defRPr/>
            </a:lvl3pPr>
            <a:lvl4pPr lvl="3" algn="ctr">
              <a:lnSpc>
                <a:spcPct val="115000"/>
              </a:lnSpc>
              <a:spcBef>
                <a:spcPts val="0"/>
              </a:spcBef>
              <a:spcAft>
                <a:spcPts val="0"/>
              </a:spcAft>
              <a:buNone/>
              <a:defRPr/>
            </a:lvl4pPr>
            <a:lvl5pPr lvl="4" algn="ctr">
              <a:lnSpc>
                <a:spcPct val="115000"/>
              </a:lnSpc>
              <a:spcBef>
                <a:spcPts val="0"/>
              </a:spcBef>
              <a:spcAft>
                <a:spcPts val="0"/>
              </a:spcAft>
              <a:buNone/>
              <a:defRPr/>
            </a:lvl5pPr>
            <a:lvl6pPr lvl="5" algn="ctr">
              <a:lnSpc>
                <a:spcPct val="115000"/>
              </a:lnSpc>
              <a:spcBef>
                <a:spcPts val="0"/>
              </a:spcBef>
              <a:spcAft>
                <a:spcPts val="0"/>
              </a:spcAft>
              <a:buNone/>
              <a:defRPr/>
            </a:lvl6pPr>
            <a:lvl7pPr lvl="6" algn="ctr">
              <a:lnSpc>
                <a:spcPct val="115000"/>
              </a:lnSpc>
              <a:spcBef>
                <a:spcPts val="0"/>
              </a:spcBef>
              <a:spcAft>
                <a:spcPts val="0"/>
              </a:spcAft>
              <a:buNone/>
              <a:defRPr/>
            </a:lvl7pPr>
            <a:lvl8pPr lvl="7" algn="ctr">
              <a:lnSpc>
                <a:spcPct val="115000"/>
              </a:lnSpc>
              <a:spcBef>
                <a:spcPts val="0"/>
              </a:spcBef>
              <a:spcAft>
                <a:spcPts val="0"/>
              </a:spcAft>
              <a:buNone/>
              <a:defRPr/>
            </a:lvl8pPr>
            <a:lvl9pPr lvl="8" algn="ctr">
              <a:lnSpc>
                <a:spcPct val="115000"/>
              </a:lnSpc>
              <a:spcBef>
                <a:spcPts val="0"/>
              </a:spcBef>
              <a:spcAft>
                <a:spcPts val="0"/>
              </a:spcAft>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verview - Six modules">
  <p:cSld name="CUSTOM_3">
    <p:bg>
      <p:bgPr>
        <a:solidFill>
          <a:schemeClr val="lt1"/>
        </a:solidFill>
      </p:bgPr>
    </p:bg>
    <p:spTree>
      <p:nvGrpSpPr>
        <p:cNvPr id="236" name="Shape 236"/>
        <p:cNvGrpSpPr/>
        <p:nvPr/>
      </p:nvGrpSpPr>
      <p:grpSpPr>
        <a:xfrm>
          <a:off x="0" y="0"/>
          <a:ext cx="0" cy="0"/>
          <a:chOff x="0" y="0"/>
          <a:chExt cx="0" cy="0"/>
        </a:xfrm>
      </p:grpSpPr>
      <p:cxnSp>
        <p:nvCxnSpPr>
          <p:cNvPr id="237" name="Google Shape;237;p26"/>
          <p:cNvCxnSpPr/>
          <p:nvPr/>
        </p:nvCxnSpPr>
        <p:spPr>
          <a:xfrm>
            <a:off x="6096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38" name="Google Shape;238;p26"/>
          <p:cNvCxnSpPr/>
          <p:nvPr/>
        </p:nvCxnSpPr>
        <p:spPr>
          <a:xfrm>
            <a:off x="3048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39" name="Google Shape;239;p26"/>
          <p:cNvCxnSpPr/>
          <p:nvPr/>
        </p:nvCxnSpPr>
        <p:spPr>
          <a:xfrm>
            <a:off x="50" y="3174279"/>
            <a:ext cx="9144000" cy="0"/>
          </a:xfrm>
          <a:prstGeom prst="straightConnector1">
            <a:avLst/>
          </a:prstGeom>
          <a:noFill/>
          <a:ln cap="flat" cmpd="sng" w="19050">
            <a:solidFill>
              <a:schemeClr val="lt1"/>
            </a:solidFill>
            <a:prstDash val="solid"/>
            <a:round/>
            <a:headEnd len="med" w="med" type="none"/>
            <a:tailEnd len="med" w="med" type="none"/>
          </a:ln>
        </p:spPr>
      </p:cxnSp>
      <p:sp>
        <p:nvSpPr>
          <p:cNvPr id="240" name="Google Shape;240;p26"/>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41" name="Google Shape;241;p26"/>
          <p:cNvSpPr txBox="1"/>
          <p:nvPr>
            <p:ph idx="2" type="subTitle"/>
          </p:nvPr>
        </p:nvSpPr>
        <p:spPr>
          <a:xfrm>
            <a:off x="361975"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2" name="Google Shape;242;p2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3" name="Google Shape;243;p26"/>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4" name="Google Shape;244;p26"/>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45" name="Google Shape;245;p26"/>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46" name="Google Shape;246;p26"/>
          <p:cNvSpPr txBox="1"/>
          <p:nvPr>
            <p:ph idx="5" type="subTitle"/>
          </p:nvPr>
        </p:nvSpPr>
        <p:spPr>
          <a:xfrm>
            <a:off x="341060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7" name="Google Shape;247;p26"/>
          <p:cNvSpPr txBox="1"/>
          <p:nvPr>
            <p:ph idx="6" type="subTitle"/>
          </p:nvPr>
        </p:nvSpPr>
        <p:spPr>
          <a:xfrm>
            <a:off x="646047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48" name="Google Shape;248;p26"/>
          <p:cNvSpPr txBox="1"/>
          <p:nvPr>
            <p:ph idx="7" type="subTitle"/>
          </p:nvPr>
        </p:nvSpPr>
        <p:spPr>
          <a:xfrm>
            <a:off x="645925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9" name="Google Shape;249;p26"/>
          <p:cNvSpPr txBox="1"/>
          <p:nvPr>
            <p:ph idx="8" type="subTitle"/>
          </p:nvPr>
        </p:nvSpPr>
        <p:spPr>
          <a:xfrm>
            <a:off x="363200"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50" name="Google Shape;250;p26"/>
          <p:cNvSpPr txBox="1"/>
          <p:nvPr>
            <p:ph idx="9" type="subTitle"/>
          </p:nvPr>
        </p:nvSpPr>
        <p:spPr>
          <a:xfrm>
            <a:off x="361975"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51" name="Google Shape;251;p26"/>
          <p:cNvSpPr txBox="1"/>
          <p:nvPr>
            <p:ph idx="13" type="subTitle"/>
          </p:nvPr>
        </p:nvSpPr>
        <p:spPr>
          <a:xfrm>
            <a:off x="341182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52" name="Google Shape;252;p26"/>
          <p:cNvSpPr txBox="1"/>
          <p:nvPr>
            <p:ph idx="14" type="subTitle"/>
          </p:nvPr>
        </p:nvSpPr>
        <p:spPr>
          <a:xfrm>
            <a:off x="341060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53" name="Google Shape;253;p26"/>
          <p:cNvSpPr txBox="1"/>
          <p:nvPr>
            <p:ph idx="15" type="subTitle"/>
          </p:nvPr>
        </p:nvSpPr>
        <p:spPr>
          <a:xfrm>
            <a:off x="646047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54" name="Google Shape;254;p26"/>
          <p:cNvSpPr txBox="1"/>
          <p:nvPr>
            <p:ph idx="16" type="subTitle"/>
          </p:nvPr>
        </p:nvSpPr>
        <p:spPr>
          <a:xfrm>
            <a:off x="645925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1">
  <p:cSld name="CUSTOM_4">
    <p:spTree>
      <p:nvGrpSpPr>
        <p:cNvPr id="255" name="Shape 255"/>
        <p:cNvGrpSpPr/>
        <p:nvPr/>
      </p:nvGrpSpPr>
      <p:grpSpPr>
        <a:xfrm>
          <a:off x="0" y="0"/>
          <a:ext cx="0" cy="0"/>
          <a:chOff x="0" y="0"/>
          <a:chExt cx="0" cy="0"/>
        </a:xfrm>
      </p:grpSpPr>
      <p:sp>
        <p:nvSpPr>
          <p:cNvPr id="256" name="Google Shape;256;p27"/>
          <p:cNvSpPr txBox="1"/>
          <p:nvPr>
            <p:ph idx="1" type="subTitle"/>
          </p:nvPr>
        </p:nvSpPr>
        <p:spPr>
          <a:xfrm>
            <a:off x="742900" y="2158550"/>
            <a:ext cx="3213000" cy="138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57" name="Google Shape;257;p27"/>
          <p:cNvSpPr txBox="1"/>
          <p:nvPr>
            <p:ph idx="2" type="body"/>
          </p:nvPr>
        </p:nvSpPr>
        <p:spPr>
          <a:xfrm>
            <a:off x="742900" y="2381875"/>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58" name="Google Shape;258;p27"/>
          <p:cNvSpPr/>
          <p:nvPr>
            <p:ph idx="3" type="pic"/>
          </p:nvPr>
        </p:nvSpPr>
        <p:spPr>
          <a:xfrm>
            <a:off x="5402575" y="0"/>
            <a:ext cx="3739800" cy="3129600"/>
          </a:xfrm>
          <a:prstGeom prst="rect">
            <a:avLst/>
          </a:prstGeom>
          <a:noFill/>
          <a:ln cap="flat" cmpd="sng" w="9525">
            <a:solidFill>
              <a:schemeClr val="accent6"/>
            </a:solidFill>
            <a:prstDash val="solid"/>
            <a:round/>
            <a:headEnd len="sm" w="sm" type="none"/>
            <a:tailEnd len="sm" w="sm" type="none"/>
          </a:ln>
        </p:spPr>
      </p:sp>
      <p:sp>
        <p:nvSpPr>
          <p:cNvPr id="259" name="Google Shape;259;p27"/>
          <p:cNvSpPr txBox="1"/>
          <p:nvPr>
            <p:ph type="title"/>
          </p:nvPr>
        </p:nvSpPr>
        <p:spPr>
          <a:xfrm>
            <a:off x="361975" y="988550"/>
            <a:ext cx="4297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60" name="Google Shape;260;p27"/>
          <p:cNvSpPr txBox="1"/>
          <p:nvPr>
            <p:ph idx="4"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 name="Google Shape;261;p2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2" name="Google Shape;262;p27"/>
          <p:cNvSpPr txBox="1"/>
          <p:nvPr>
            <p:ph idx="5"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3" name="Google Shape;263;p27"/>
          <p:cNvSpPr txBox="1"/>
          <p:nvPr>
            <p:ph idx="6" type="subTitle"/>
          </p:nvPr>
        </p:nvSpPr>
        <p:spPr>
          <a:xfrm>
            <a:off x="5785175" y="3335324"/>
            <a:ext cx="299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4" name="Google Shape;264;p27"/>
          <p:cNvSpPr txBox="1"/>
          <p:nvPr>
            <p:ph idx="7" type="subTitle"/>
          </p:nvPr>
        </p:nvSpPr>
        <p:spPr>
          <a:xfrm>
            <a:off x="742900" y="3910855"/>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65" name="Google Shape;265;p27"/>
          <p:cNvSpPr txBox="1"/>
          <p:nvPr>
            <p:ph idx="8" type="body"/>
          </p:nvPr>
        </p:nvSpPr>
        <p:spPr>
          <a:xfrm>
            <a:off x="742900" y="4134180"/>
            <a:ext cx="3213000" cy="461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66" name="Google Shape;266;p27"/>
          <p:cNvSpPr txBox="1"/>
          <p:nvPr>
            <p:ph idx="9" type="subTitle"/>
          </p:nvPr>
        </p:nvSpPr>
        <p:spPr>
          <a:xfrm>
            <a:off x="742900" y="3050778"/>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67" name="Google Shape;267;p27"/>
          <p:cNvSpPr txBox="1"/>
          <p:nvPr>
            <p:ph idx="13" type="body"/>
          </p:nvPr>
        </p:nvSpPr>
        <p:spPr>
          <a:xfrm>
            <a:off x="742900" y="3274103"/>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68" name="Google Shape;268;p27"/>
          <p:cNvSpPr txBox="1"/>
          <p:nvPr>
            <p:ph idx="14" type="body"/>
          </p:nvPr>
        </p:nvSpPr>
        <p:spPr>
          <a:xfrm>
            <a:off x="5785175" y="4134175"/>
            <a:ext cx="2991600" cy="4617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2">
  <p:cSld name="CUSTOM_4_1">
    <p:spTree>
      <p:nvGrpSpPr>
        <p:cNvPr id="269" name="Shape 269"/>
        <p:cNvGrpSpPr/>
        <p:nvPr/>
      </p:nvGrpSpPr>
      <p:grpSpPr>
        <a:xfrm>
          <a:off x="0" y="0"/>
          <a:ext cx="0" cy="0"/>
          <a:chOff x="0" y="0"/>
          <a:chExt cx="0" cy="0"/>
        </a:xfrm>
      </p:grpSpPr>
      <p:sp>
        <p:nvSpPr>
          <p:cNvPr id="270" name="Google Shape;270;p28"/>
          <p:cNvSpPr/>
          <p:nvPr>
            <p:ph idx="2" type="pic"/>
          </p:nvPr>
        </p:nvSpPr>
        <p:spPr>
          <a:xfrm>
            <a:off x="75" y="0"/>
            <a:ext cx="2853300" cy="2436600"/>
          </a:xfrm>
          <a:prstGeom prst="rect">
            <a:avLst/>
          </a:prstGeom>
          <a:noFill/>
          <a:ln>
            <a:noFill/>
          </a:ln>
        </p:spPr>
      </p:sp>
      <p:sp>
        <p:nvSpPr>
          <p:cNvPr id="271" name="Google Shape;271;p2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2" name="Google Shape;272;p28"/>
          <p:cNvSpPr txBox="1"/>
          <p:nvPr>
            <p:ph idx="1" type="subTitle"/>
          </p:nvPr>
        </p:nvSpPr>
        <p:spPr>
          <a:xfrm>
            <a:off x="361975" y="2614325"/>
            <a:ext cx="206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Four members">
  <p:cSld name="CUSTOM_5">
    <p:bg>
      <p:bgPr>
        <a:solidFill>
          <a:schemeClr val="lt1"/>
        </a:solidFill>
      </p:bgPr>
    </p:bg>
    <p:spTree>
      <p:nvGrpSpPr>
        <p:cNvPr id="273" name="Shape 273"/>
        <p:cNvGrpSpPr/>
        <p:nvPr/>
      </p:nvGrpSpPr>
      <p:grpSpPr>
        <a:xfrm>
          <a:off x="0" y="0"/>
          <a:ext cx="0" cy="0"/>
          <a:chOff x="0" y="0"/>
          <a:chExt cx="0" cy="0"/>
        </a:xfrm>
      </p:grpSpPr>
      <p:sp>
        <p:nvSpPr>
          <p:cNvPr id="274" name="Google Shape;274;p29"/>
          <p:cNvSpPr txBox="1"/>
          <p:nvPr>
            <p:ph idx="1" type="body"/>
          </p:nvPr>
        </p:nvSpPr>
        <p:spPr>
          <a:xfrm>
            <a:off x="3528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5" name="Google Shape;275;p29"/>
          <p:cNvSpPr txBox="1"/>
          <p:nvPr>
            <p:ph idx="2" type="body"/>
          </p:nvPr>
        </p:nvSpPr>
        <p:spPr>
          <a:xfrm>
            <a:off x="7187875"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6" name="Google Shape;276;p29"/>
          <p:cNvSpPr txBox="1"/>
          <p:nvPr>
            <p:ph idx="3" type="body"/>
          </p:nvPr>
        </p:nvSpPr>
        <p:spPr>
          <a:xfrm>
            <a:off x="49244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7" name="Google Shape;277;p29"/>
          <p:cNvSpPr txBox="1"/>
          <p:nvPr>
            <p:ph idx="4" type="body"/>
          </p:nvPr>
        </p:nvSpPr>
        <p:spPr>
          <a:xfrm>
            <a:off x="2643063"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8" name="Google Shape;278;p29"/>
          <p:cNvSpPr/>
          <p:nvPr>
            <p:ph idx="5" type="pic"/>
          </p:nvPr>
        </p:nvSpPr>
        <p:spPr>
          <a:xfrm>
            <a:off x="2941550" y="1923334"/>
            <a:ext cx="991800" cy="991800"/>
          </a:xfrm>
          <a:prstGeom prst="rect">
            <a:avLst/>
          </a:prstGeom>
          <a:noFill/>
          <a:ln>
            <a:noFill/>
          </a:ln>
        </p:spPr>
      </p:sp>
      <p:sp>
        <p:nvSpPr>
          <p:cNvPr id="279" name="Google Shape;279;p29"/>
          <p:cNvSpPr/>
          <p:nvPr>
            <p:ph idx="6" type="pic"/>
          </p:nvPr>
        </p:nvSpPr>
        <p:spPr>
          <a:xfrm>
            <a:off x="5227063" y="1923334"/>
            <a:ext cx="991800" cy="991800"/>
          </a:xfrm>
          <a:prstGeom prst="rect">
            <a:avLst/>
          </a:prstGeom>
          <a:noFill/>
          <a:ln>
            <a:noFill/>
          </a:ln>
        </p:spPr>
      </p:sp>
      <p:sp>
        <p:nvSpPr>
          <p:cNvPr id="280" name="Google Shape;280;p29"/>
          <p:cNvSpPr/>
          <p:nvPr>
            <p:ph idx="7" type="pic"/>
          </p:nvPr>
        </p:nvSpPr>
        <p:spPr>
          <a:xfrm>
            <a:off x="7495263" y="1923334"/>
            <a:ext cx="991800" cy="991800"/>
          </a:xfrm>
          <a:prstGeom prst="rect">
            <a:avLst/>
          </a:prstGeom>
          <a:noFill/>
          <a:ln>
            <a:noFill/>
          </a:ln>
        </p:spPr>
      </p:sp>
      <p:cxnSp>
        <p:nvCxnSpPr>
          <p:cNvPr id="281" name="Google Shape;281;p29"/>
          <p:cNvCxnSpPr/>
          <p:nvPr/>
        </p:nvCxnSpPr>
        <p:spPr>
          <a:xfrm>
            <a:off x="22861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282" name="Google Shape;282;p29"/>
          <p:cNvCxnSpPr/>
          <p:nvPr/>
        </p:nvCxnSpPr>
        <p:spPr>
          <a:xfrm>
            <a:off x="45805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283" name="Google Shape;283;p29"/>
          <p:cNvCxnSpPr/>
          <p:nvPr/>
        </p:nvCxnSpPr>
        <p:spPr>
          <a:xfrm>
            <a:off x="6857075" y="1801500"/>
            <a:ext cx="0" cy="3342000"/>
          </a:xfrm>
          <a:prstGeom prst="straightConnector1">
            <a:avLst/>
          </a:prstGeom>
          <a:noFill/>
          <a:ln cap="flat" cmpd="sng" w="19050">
            <a:solidFill>
              <a:schemeClr val="lt1"/>
            </a:solidFill>
            <a:prstDash val="solid"/>
            <a:round/>
            <a:headEnd len="med" w="med" type="none"/>
            <a:tailEnd len="med" w="med" type="none"/>
          </a:ln>
        </p:spPr>
      </p:cxnSp>
      <p:sp>
        <p:nvSpPr>
          <p:cNvPr id="284" name="Google Shape;284;p29"/>
          <p:cNvSpPr/>
          <p:nvPr>
            <p:ph idx="8" type="pic"/>
          </p:nvPr>
        </p:nvSpPr>
        <p:spPr>
          <a:xfrm>
            <a:off x="651288" y="1923334"/>
            <a:ext cx="991800" cy="991800"/>
          </a:xfrm>
          <a:prstGeom prst="rect">
            <a:avLst/>
          </a:prstGeom>
          <a:noFill/>
          <a:ln>
            <a:noFill/>
          </a:ln>
        </p:spPr>
      </p:sp>
      <p:sp>
        <p:nvSpPr>
          <p:cNvPr id="285" name="Google Shape;285;p29"/>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86" name="Google Shape;286;p2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7" name="Google Shape;287;p29"/>
          <p:cNvSpPr txBox="1"/>
          <p:nvPr>
            <p:ph idx="9"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88" name="Google Shape;288;p29"/>
          <p:cNvSpPr txBox="1"/>
          <p:nvPr>
            <p:ph idx="13" type="subTitle"/>
          </p:nvPr>
        </p:nvSpPr>
        <p:spPr>
          <a:xfrm>
            <a:off x="3532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89" name="Google Shape;289;p29"/>
          <p:cNvSpPr txBox="1"/>
          <p:nvPr>
            <p:ph idx="14" type="subTitle"/>
          </p:nvPr>
        </p:nvSpPr>
        <p:spPr>
          <a:xfrm>
            <a:off x="3532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0" name="Google Shape;290;p29"/>
          <p:cNvSpPr txBox="1"/>
          <p:nvPr>
            <p:ph idx="15" type="subTitle"/>
          </p:nvPr>
        </p:nvSpPr>
        <p:spPr>
          <a:xfrm>
            <a:off x="3532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1" name="Google Shape;291;p29"/>
          <p:cNvSpPr txBox="1"/>
          <p:nvPr>
            <p:ph idx="16" type="subTitle"/>
          </p:nvPr>
        </p:nvSpPr>
        <p:spPr>
          <a:xfrm>
            <a:off x="7188325"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92" name="Google Shape;292;p29"/>
          <p:cNvSpPr txBox="1"/>
          <p:nvPr>
            <p:ph idx="17" type="subTitle"/>
          </p:nvPr>
        </p:nvSpPr>
        <p:spPr>
          <a:xfrm>
            <a:off x="7188325"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3" name="Google Shape;293;p29"/>
          <p:cNvSpPr txBox="1"/>
          <p:nvPr>
            <p:ph idx="18" type="subTitle"/>
          </p:nvPr>
        </p:nvSpPr>
        <p:spPr>
          <a:xfrm>
            <a:off x="7188325"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4" name="Google Shape;294;p29"/>
          <p:cNvSpPr txBox="1"/>
          <p:nvPr>
            <p:ph idx="19" type="subTitle"/>
          </p:nvPr>
        </p:nvSpPr>
        <p:spPr>
          <a:xfrm>
            <a:off x="49248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95" name="Google Shape;295;p29"/>
          <p:cNvSpPr txBox="1"/>
          <p:nvPr>
            <p:ph idx="20" type="subTitle"/>
          </p:nvPr>
        </p:nvSpPr>
        <p:spPr>
          <a:xfrm>
            <a:off x="49248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6" name="Google Shape;296;p29"/>
          <p:cNvSpPr txBox="1"/>
          <p:nvPr>
            <p:ph idx="21" type="subTitle"/>
          </p:nvPr>
        </p:nvSpPr>
        <p:spPr>
          <a:xfrm>
            <a:off x="49248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7" name="Google Shape;297;p29"/>
          <p:cNvSpPr txBox="1"/>
          <p:nvPr>
            <p:ph idx="22" type="subTitle"/>
          </p:nvPr>
        </p:nvSpPr>
        <p:spPr>
          <a:xfrm>
            <a:off x="2643513"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98" name="Google Shape;298;p29"/>
          <p:cNvSpPr txBox="1"/>
          <p:nvPr>
            <p:ph idx="23" type="subTitle"/>
          </p:nvPr>
        </p:nvSpPr>
        <p:spPr>
          <a:xfrm>
            <a:off x="2643513"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9" name="Google Shape;299;p29"/>
          <p:cNvSpPr txBox="1"/>
          <p:nvPr>
            <p:ph idx="24" type="subTitle"/>
          </p:nvPr>
        </p:nvSpPr>
        <p:spPr>
          <a:xfrm>
            <a:off x="2643513"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Eight members">
  <p:cSld name="CUSTOM_6">
    <p:spTree>
      <p:nvGrpSpPr>
        <p:cNvPr id="300" name="Shape 300"/>
        <p:cNvGrpSpPr/>
        <p:nvPr/>
      </p:nvGrpSpPr>
      <p:grpSpPr>
        <a:xfrm>
          <a:off x="0" y="0"/>
          <a:ext cx="0" cy="0"/>
          <a:chOff x="0" y="0"/>
          <a:chExt cx="0" cy="0"/>
        </a:xfrm>
      </p:grpSpPr>
      <p:sp>
        <p:nvSpPr>
          <p:cNvPr id="301" name="Google Shape;301;p30"/>
          <p:cNvSpPr txBox="1"/>
          <p:nvPr>
            <p:ph idx="1" type="subTitle"/>
          </p:nvPr>
        </p:nvSpPr>
        <p:spPr>
          <a:xfrm>
            <a:off x="675060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02" name="Google Shape;302;p30"/>
          <p:cNvSpPr txBox="1"/>
          <p:nvPr>
            <p:ph idx="2" type="subTitle"/>
          </p:nvPr>
        </p:nvSpPr>
        <p:spPr>
          <a:xfrm>
            <a:off x="675060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3" name="Google Shape;303;p30"/>
          <p:cNvSpPr txBox="1"/>
          <p:nvPr>
            <p:ph idx="3" type="subTitle"/>
          </p:nvPr>
        </p:nvSpPr>
        <p:spPr>
          <a:xfrm>
            <a:off x="675060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04" name="Google Shape;304;p30"/>
          <p:cNvSpPr/>
          <p:nvPr>
            <p:ph idx="4" type="pic"/>
          </p:nvPr>
        </p:nvSpPr>
        <p:spPr>
          <a:xfrm>
            <a:off x="6080709" y="1066100"/>
            <a:ext cx="530400" cy="530400"/>
          </a:xfrm>
          <a:prstGeom prst="rect">
            <a:avLst/>
          </a:prstGeom>
          <a:noFill/>
          <a:ln>
            <a:noFill/>
          </a:ln>
        </p:spPr>
      </p:sp>
      <p:sp>
        <p:nvSpPr>
          <p:cNvPr id="305" name="Google Shape;305;p30"/>
          <p:cNvSpPr txBox="1"/>
          <p:nvPr>
            <p:ph idx="5" type="subTitle"/>
          </p:nvPr>
        </p:nvSpPr>
        <p:spPr>
          <a:xfrm>
            <a:off x="382455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06" name="Google Shape;306;p30"/>
          <p:cNvSpPr txBox="1"/>
          <p:nvPr>
            <p:ph idx="6" type="subTitle"/>
          </p:nvPr>
        </p:nvSpPr>
        <p:spPr>
          <a:xfrm>
            <a:off x="382455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7" name="Google Shape;307;p30"/>
          <p:cNvSpPr txBox="1"/>
          <p:nvPr>
            <p:ph idx="7" type="subTitle"/>
          </p:nvPr>
        </p:nvSpPr>
        <p:spPr>
          <a:xfrm>
            <a:off x="382455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08" name="Google Shape;308;p30"/>
          <p:cNvSpPr/>
          <p:nvPr>
            <p:ph idx="8" type="pic"/>
          </p:nvPr>
        </p:nvSpPr>
        <p:spPr>
          <a:xfrm>
            <a:off x="3154659" y="1066100"/>
            <a:ext cx="530400" cy="530400"/>
          </a:xfrm>
          <a:prstGeom prst="rect">
            <a:avLst/>
          </a:prstGeom>
          <a:noFill/>
          <a:ln>
            <a:noFill/>
          </a:ln>
        </p:spPr>
      </p:sp>
      <p:sp>
        <p:nvSpPr>
          <p:cNvPr id="309" name="Google Shape;309;p30"/>
          <p:cNvSpPr txBox="1"/>
          <p:nvPr>
            <p:ph idx="9" type="subTitle"/>
          </p:nvPr>
        </p:nvSpPr>
        <p:spPr>
          <a:xfrm>
            <a:off x="675060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10" name="Google Shape;310;p30"/>
          <p:cNvSpPr txBox="1"/>
          <p:nvPr>
            <p:ph idx="13" type="subTitle"/>
          </p:nvPr>
        </p:nvSpPr>
        <p:spPr>
          <a:xfrm>
            <a:off x="675060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1" name="Google Shape;311;p30"/>
          <p:cNvSpPr txBox="1"/>
          <p:nvPr>
            <p:ph idx="14" type="subTitle"/>
          </p:nvPr>
        </p:nvSpPr>
        <p:spPr>
          <a:xfrm>
            <a:off x="675060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12" name="Google Shape;312;p30"/>
          <p:cNvSpPr/>
          <p:nvPr>
            <p:ph idx="15" type="pic"/>
          </p:nvPr>
        </p:nvSpPr>
        <p:spPr>
          <a:xfrm>
            <a:off x="6080709" y="1975864"/>
            <a:ext cx="530400" cy="530400"/>
          </a:xfrm>
          <a:prstGeom prst="rect">
            <a:avLst/>
          </a:prstGeom>
          <a:noFill/>
          <a:ln>
            <a:noFill/>
          </a:ln>
        </p:spPr>
      </p:sp>
      <p:sp>
        <p:nvSpPr>
          <p:cNvPr id="313" name="Google Shape;313;p30"/>
          <p:cNvSpPr txBox="1"/>
          <p:nvPr>
            <p:ph idx="16" type="subTitle"/>
          </p:nvPr>
        </p:nvSpPr>
        <p:spPr>
          <a:xfrm>
            <a:off x="382455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14" name="Google Shape;314;p30"/>
          <p:cNvSpPr txBox="1"/>
          <p:nvPr>
            <p:ph idx="17" type="subTitle"/>
          </p:nvPr>
        </p:nvSpPr>
        <p:spPr>
          <a:xfrm>
            <a:off x="382455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5" name="Google Shape;315;p30"/>
          <p:cNvSpPr txBox="1"/>
          <p:nvPr>
            <p:ph idx="18" type="subTitle"/>
          </p:nvPr>
        </p:nvSpPr>
        <p:spPr>
          <a:xfrm>
            <a:off x="382455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16" name="Google Shape;316;p30"/>
          <p:cNvSpPr/>
          <p:nvPr>
            <p:ph idx="19" type="pic"/>
          </p:nvPr>
        </p:nvSpPr>
        <p:spPr>
          <a:xfrm>
            <a:off x="3154659" y="1975864"/>
            <a:ext cx="530400" cy="530400"/>
          </a:xfrm>
          <a:prstGeom prst="rect">
            <a:avLst/>
          </a:prstGeom>
          <a:noFill/>
          <a:ln>
            <a:noFill/>
          </a:ln>
        </p:spPr>
      </p:sp>
      <p:sp>
        <p:nvSpPr>
          <p:cNvPr id="317" name="Google Shape;317;p30"/>
          <p:cNvSpPr txBox="1"/>
          <p:nvPr>
            <p:ph idx="20" type="subTitle"/>
          </p:nvPr>
        </p:nvSpPr>
        <p:spPr>
          <a:xfrm>
            <a:off x="675060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18" name="Google Shape;318;p30"/>
          <p:cNvSpPr txBox="1"/>
          <p:nvPr>
            <p:ph idx="21" type="subTitle"/>
          </p:nvPr>
        </p:nvSpPr>
        <p:spPr>
          <a:xfrm>
            <a:off x="675060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9" name="Google Shape;319;p30"/>
          <p:cNvSpPr txBox="1"/>
          <p:nvPr>
            <p:ph idx="22" type="subTitle"/>
          </p:nvPr>
        </p:nvSpPr>
        <p:spPr>
          <a:xfrm>
            <a:off x="675060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0" name="Google Shape;320;p30"/>
          <p:cNvSpPr/>
          <p:nvPr>
            <p:ph idx="23" type="pic"/>
          </p:nvPr>
        </p:nvSpPr>
        <p:spPr>
          <a:xfrm>
            <a:off x="6080709" y="2883852"/>
            <a:ext cx="530400" cy="530400"/>
          </a:xfrm>
          <a:prstGeom prst="rect">
            <a:avLst/>
          </a:prstGeom>
          <a:noFill/>
          <a:ln>
            <a:noFill/>
          </a:ln>
        </p:spPr>
      </p:sp>
      <p:sp>
        <p:nvSpPr>
          <p:cNvPr id="321" name="Google Shape;321;p30"/>
          <p:cNvSpPr txBox="1"/>
          <p:nvPr>
            <p:ph idx="24" type="subTitle"/>
          </p:nvPr>
        </p:nvSpPr>
        <p:spPr>
          <a:xfrm>
            <a:off x="382455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22" name="Google Shape;322;p30"/>
          <p:cNvSpPr txBox="1"/>
          <p:nvPr>
            <p:ph idx="25" type="subTitle"/>
          </p:nvPr>
        </p:nvSpPr>
        <p:spPr>
          <a:xfrm>
            <a:off x="382455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3" name="Google Shape;323;p30"/>
          <p:cNvSpPr txBox="1"/>
          <p:nvPr>
            <p:ph idx="26" type="subTitle"/>
          </p:nvPr>
        </p:nvSpPr>
        <p:spPr>
          <a:xfrm>
            <a:off x="382455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4" name="Google Shape;324;p30"/>
          <p:cNvSpPr/>
          <p:nvPr>
            <p:ph idx="27" type="pic"/>
          </p:nvPr>
        </p:nvSpPr>
        <p:spPr>
          <a:xfrm>
            <a:off x="3154659" y="2883852"/>
            <a:ext cx="530400" cy="530400"/>
          </a:xfrm>
          <a:prstGeom prst="rect">
            <a:avLst/>
          </a:prstGeom>
          <a:noFill/>
          <a:ln>
            <a:noFill/>
          </a:ln>
        </p:spPr>
      </p:sp>
      <p:sp>
        <p:nvSpPr>
          <p:cNvPr id="325" name="Google Shape;325;p30"/>
          <p:cNvSpPr txBox="1"/>
          <p:nvPr>
            <p:ph idx="28" type="subTitle"/>
          </p:nvPr>
        </p:nvSpPr>
        <p:spPr>
          <a:xfrm>
            <a:off x="675060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26" name="Google Shape;326;p30"/>
          <p:cNvSpPr txBox="1"/>
          <p:nvPr>
            <p:ph idx="29" type="subTitle"/>
          </p:nvPr>
        </p:nvSpPr>
        <p:spPr>
          <a:xfrm>
            <a:off x="675060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7" name="Google Shape;327;p30"/>
          <p:cNvSpPr txBox="1"/>
          <p:nvPr>
            <p:ph idx="30" type="subTitle"/>
          </p:nvPr>
        </p:nvSpPr>
        <p:spPr>
          <a:xfrm>
            <a:off x="675060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8" name="Google Shape;328;p30"/>
          <p:cNvSpPr/>
          <p:nvPr>
            <p:ph idx="31" type="pic"/>
          </p:nvPr>
        </p:nvSpPr>
        <p:spPr>
          <a:xfrm>
            <a:off x="6080709" y="3805056"/>
            <a:ext cx="530400" cy="530400"/>
          </a:xfrm>
          <a:prstGeom prst="rect">
            <a:avLst/>
          </a:prstGeom>
          <a:noFill/>
          <a:ln>
            <a:noFill/>
          </a:ln>
        </p:spPr>
      </p:sp>
      <p:sp>
        <p:nvSpPr>
          <p:cNvPr id="329" name="Google Shape;329;p30"/>
          <p:cNvSpPr txBox="1"/>
          <p:nvPr>
            <p:ph idx="32" type="subTitle"/>
          </p:nvPr>
        </p:nvSpPr>
        <p:spPr>
          <a:xfrm>
            <a:off x="382455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30" name="Google Shape;330;p30"/>
          <p:cNvSpPr txBox="1"/>
          <p:nvPr>
            <p:ph idx="33" type="subTitle"/>
          </p:nvPr>
        </p:nvSpPr>
        <p:spPr>
          <a:xfrm>
            <a:off x="382455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31" name="Google Shape;331;p30"/>
          <p:cNvSpPr txBox="1"/>
          <p:nvPr>
            <p:ph idx="34" type="subTitle"/>
          </p:nvPr>
        </p:nvSpPr>
        <p:spPr>
          <a:xfrm>
            <a:off x="382455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32" name="Google Shape;332;p30"/>
          <p:cNvSpPr/>
          <p:nvPr>
            <p:ph idx="35" type="pic"/>
          </p:nvPr>
        </p:nvSpPr>
        <p:spPr>
          <a:xfrm>
            <a:off x="3154659" y="3805056"/>
            <a:ext cx="530400" cy="530400"/>
          </a:xfrm>
          <a:prstGeom prst="rect">
            <a:avLst/>
          </a:prstGeom>
          <a:noFill/>
          <a:ln>
            <a:noFill/>
          </a:ln>
        </p:spPr>
      </p:sp>
      <p:sp>
        <p:nvSpPr>
          <p:cNvPr id="333" name="Google Shape;333;p30"/>
          <p:cNvSpPr txBox="1"/>
          <p:nvPr>
            <p:ph type="title"/>
          </p:nvPr>
        </p:nvSpPr>
        <p:spPr>
          <a:xfrm>
            <a:off x="361975" y="962100"/>
            <a:ext cx="24507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34" name="Google Shape;334;p3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35" name="Google Shape;335;p30"/>
          <p:cNvSpPr txBox="1"/>
          <p:nvPr>
            <p:ph idx="3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tlight - Alt 2">
  <p:cSld name="CUSTOM_7_1">
    <p:bg>
      <p:bgPr>
        <a:solidFill>
          <a:schemeClr val="accent2"/>
        </a:solidFill>
      </p:bgPr>
    </p:bg>
    <p:spTree>
      <p:nvGrpSpPr>
        <p:cNvPr id="336" name="Shape 336"/>
        <p:cNvGrpSpPr/>
        <p:nvPr/>
      </p:nvGrpSpPr>
      <p:grpSpPr>
        <a:xfrm>
          <a:off x="0" y="0"/>
          <a:ext cx="0" cy="0"/>
          <a:chOff x="0" y="0"/>
          <a:chExt cx="0" cy="0"/>
        </a:xfrm>
      </p:grpSpPr>
      <p:sp>
        <p:nvSpPr>
          <p:cNvPr id="337" name="Google Shape;337;p31"/>
          <p:cNvSpPr/>
          <p:nvPr/>
        </p:nvSpPr>
        <p:spPr>
          <a:xfrm>
            <a:off x="0" y="0"/>
            <a:ext cx="4567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338" name="Google Shape;338;p31"/>
          <p:cNvSpPr txBox="1"/>
          <p:nvPr>
            <p:ph type="title"/>
          </p:nvPr>
        </p:nvSpPr>
        <p:spPr>
          <a:xfrm>
            <a:off x="4975925" y="989088"/>
            <a:ext cx="37836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39" name="Google Shape;339;p31"/>
          <p:cNvSpPr/>
          <p:nvPr>
            <p:ph idx="2" type="pic"/>
          </p:nvPr>
        </p:nvSpPr>
        <p:spPr>
          <a:xfrm flipH="1">
            <a:off x="953803" y="1066100"/>
            <a:ext cx="2664300" cy="3002700"/>
          </a:xfrm>
          <a:prstGeom prst="rect">
            <a:avLst/>
          </a:prstGeom>
          <a:noFill/>
          <a:ln>
            <a:noFill/>
          </a:ln>
        </p:spPr>
      </p:sp>
      <p:sp>
        <p:nvSpPr>
          <p:cNvPr id="340" name="Google Shape;340;p31"/>
          <p:cNvSpPr txBox="1"/>
          <p:nvPr>
            <p:ph idx="1" type="body"/>
          </p:nvPr>
        </p:nvSpPr>
        <p:spPr>
          <a:xfrm>
            <a:off x="4975925" y="4125662"/>
            <a:ext cx="3783600" cy="461700"/>
          </a:xfrm>
          <a:prstGeom prst="rect">
            <a:avLst/>
          </a:prstGeom>
          <a:noFill/>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41" name="Google Shape;341;p3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42" name="Google Shape;342;p31"/>
          <p:cNvSpPr txBox="1"/>
          <p:nvPr>
            <p:ph idx="3" type="body"/>
          </p:nvPr>
        </p:nvSpPr>
        <p:spPr>
          <a:xfrm>
            <a:off x="4975925" y="1943891"/>
            <a:ext cx="3783600" cy="1243200"/>
          </a:xfrm>
          <a:prstGeom prst="rect">
            <a:avLst/>
          </a:prstGeom>
          <a:noFill/>
        </p:spPr>
        <p:txBody>
          <a:bodyPr anchorCtr="0" anchor="t" bIns="0" lIns="0" spcFirstLastPara="1" rIns="0" wrap="square" tIns="0">
            <a:noAutofit/>
          </a:bodyPr>
          <a:lstStyle>
            <a:lvl1pPr indent="-330200" lvl="0" marL="457200">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indent="-330200" lvl="1" marL="914400">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indent="-330200" lvl="2" marL="1371600">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indent="-330200" lvl="3" marL="1828800">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indent="-330200" lvl="4" marL="2286000">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indent="-330200" lvl="5" marL="2743200">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indent="-330200" lvl="6" marL="3200400">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indent="-330200" lvl="7" marL="3657600">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indent="-330200" lvl="8" marL="4114800">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p:txBody>
      </p:sp>
      <p:sp>
        <p:nvSpPr>
          <p:cNvPr id="343" name="Google Shape;343;p31"/>
          <p:cNvSpPr txBox="1"/>
          <p:nvPr>
            <p:ph idx="4" type="subTitle"/>
          </p:nvPr>
        </p:nvSpPr>
        <p:spPr>
          <a:xfrm>
            <a:off x="4975925" y="732775"/>
            <a:ext cx="37836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44" name="Google Shape;344;p31"/>
          <p:cNvSpPr txBox="1"/>
          <p:nvPr>
            <p:ph idx="5" type="subTitle"/>
          </p:nvPr>
        </p:nvSpPr>
        <p:spPr>
          <a:xfrm>
            <a:off x="4975925" y="1647132"/>
            <a:ext cx="3783600" cy="1386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45" name="Google Shape;345;p31"/>
          <p:cNvSpPr txBox="1"/>
          <p:nvPr>
            <p:ph idx="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background">
  <p:cSld name="CUSTOM_8">
    <p:spTree>
      <p:nvGrpSpPr>
        <p:cNvPr id="346" name="Shape 346"/>
        <p:cNvGrpSpPr/>
        <p:nvPr/>
      </p:nvGrpSpPr>
      <p:grpSpPr>
        <a:xfrm>
          <a:off x="0" y="0"/>
          <a:ext cx="0" cy="0"/>
          <a:chOff x="0" y="0"/>
          <a:chExt cx="0" cy="0"/>
        </a:xfrm>
      </p:grpSpPr>
      <p:grpSp>
        <p:nvGrpSpPr>
          <p:cNvPr id="347" name="Google Shape;347;p32"/>
          <p:cNvGrpSpPr/>
          <p:nvPr/>
        </p:nvGrpSpPr>
        <p:grpSpPr>
          <a:xfrm>
            <a:off x="49" y="514398"/>
            <a:ext cx="9144297" cy="4115162"/>
            <a:chOff x="-18500" y="514395"/>
            <a:chExt cx="9219900" cy="4115162"/>
          </a:xfrm>
        </p:grpSpPr>
        <p:cxnSp>
          <p:nvCxnSpPr>
            <p:cNvPr id="348" name="Google Shape;348;p32"/>
            <p:cNvCxnSpPr/>
            <p:nvPr/>
          </p:nvCxnSpPr>
          <p:spPr>
            <a:xfrm>
              <a:off x="-18500" y="1028790"/>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49" name="Google Shape;349;p32"/>
            <p:cNvCxnSpPr/>
            <p:nvPr/>
          </p:nvCxnSpPr>
          <p:spPr>
            <a:xfrm>
              <a:off x="-18500" y="462955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0" name="Google Shape;350;p32"/>
            <p:cNvCxnSpPr/>
            <p:nvPr/>
          </p:nvCxnSpPr>
          <p:spPr>
            <a:xfrm>
              <a:off x="-18500" y="4115162"/>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1" name="Google Shape;351;p32"/>
            <p:cNvCxnSpPr/>
            <p:nvPr/>
          </p:nvCxnSpPr>
          <p:spPr>
            <a:xfrm>
              <a:off x="-18500" y="360076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2" name="Google Shape;352;p32"/>
            <p:cNvCxnSpPr/>
            <p:nvPr/>
          </p:nvCxnSpPr>
          <p:spPr>
            <a:xfrm>
              <a:off x="-18500" y="308637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3" name="Google Shape;353;p32"/>
            <p:cNvCxnSpPr/>
            <p:nvPr/>
          </p:nvCxnSpPr>
          <p:spPr>
            <a:xfrm>
              <a:off x="-18500" y="257197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4" name="Google Shape;354;p32"/>
            <p:cNvCxnSpPr/>
            <p:nvPr/>
          </p:nvCxnSpPr>
          <p:spPr>
            <a:xfrm>
              <a:off x="-18500" y="205758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5" name="Google Shape;355;p32"/>
            <p:cNvCxnSpPr/>
            <p:nvPr/>
          </p:nvCxnSpPr>
          <p:spPr>
            <a:xfrm>
              <a:off x="-18500" y="154318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6" name="Google Shape;356;p32"/>
            <p:cNvCxnSpPr/>
            <p:nvPr/>
          </p:nvCxnSpPr>
          <p:spPr>
            <a:xfrm>
              <a:off x="-18500" y="514395"/>
              <a:ext cx="9219900" cy="0"/>
            </a:xfrm>
            <a:prstGeom prst="straightConnector1">
              <a:avLst/>
            </a:prstGeom>
            <a:noFill/>
            <a:ln cap="flat" cmpd="sng" w="9525">
              <a:solidFill>
                <a:schemeClr val="accent6"/>
              </a:solidFill>
              <a:prstDash val="solid"/>
              <a:round/>
              <a:headEnd len="med" w="med" type="none"/>
              <a:tailEnd len="med" w="med" type="none"/>
            </a:ln>
          </p:spPr>
        </p:cxnSp>
      </p:grpSp>
      <p:sp>
        <p:nvSpPr>
          <p:cNvPr id="357" name="Google Shape;357;p3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58" name="Google Shape;358;p3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9" name="Google Shape;359;p32"/>
          <p:cNvSpPr txBox="1"/>
          <p:nvPr>
            <p:ph idx="2"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CUSTOM_8_1">
    <p:bg>
      <p:bgPr>
        <a:solidFill>
          <a:schemeClr val="accent2"/>
        </a:solidFill>
      </p:bgPr>
    </p:bg>
    <p:spTree>
      <p:nvGrpSpPr>
        <p:cNvPr id="360" name="Shape 360"/>
        <p:cNvGrpSpPr/>
        <p:nvPr/>
      </p:nvGrpSpPr>
      <p:grpSpPr>
        <a:xfrm>
          <a:off x="0" y="0"/>
          <a:ext cx="0" cy="0"/>
          <a:chOff x="0" y="0"/>
          <a:chExt cx="0" cy="0"/>
        </a:xfrm>
      </p:grpSpPr>
      <p:sp>
        <p:nvSpPr>
          <p:cNvPr id="361" name="Google Shape;361;p33"/>
          <p:cNvSpPr/>
          <p:nvPr/>
        </p:nvSpPr>
        <p:spPr>
          <a:xfrm>
            <a:off x="50" y="-300"/>
            <a:ext cx="6708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62" name="Google Shape;362;p33"/>
          <p:cNvSpPr txBox="1"/>
          <p:nvPr>
            <p:ph type="title"/>
          </p:nvPr>
        </p:nvSpPr>
        <p:spPr>
          <a:xfrm>
            <a:off x="451472" y="2024100"/>
            <a:ext cx="4163100" cy="1372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4200">
                <a:solidFill>
                  <a:schemeClr val="dk1"/>
                </a:solidFill>
              </a:defRPr>
            </a:lvl2pPr>
            <a:lvl3pPr lvl="2">
              <a:lnSpc>
                <a:spcPct val="90000"/>
              </a:lnSpc>
              <a:spcBef>
                <a:spcPts val="0"/>
              </a:spcBef>
              <a:spcAft>
                <a:spcPts val="0"/>
              </a:spcAft>
              <a:buNone/>
              <a:defRPr sz="4200">
                <a:solidFill>
                  <a:schemeClr val="dk1"/>
                </a:solidFill>
              </a:defRPr>
            </a:lvl3pPr>
            <a:lvl4pPr lvl="3">
              <a:lnSpc>
                <a:spcPct val="90000"/>
              </a:lnSpc>
              <a:spcBef>
                <a:spcPts val="0"/>
              </a:spcBef>
              <a:spcAft>
                <a:spcPts val="0"/>
              </a:spcAft>
              <a:buNone/>
              <a:defRPr sz="4200">
                <a:solidFill>
                  <a:schemeClr val="dk1"/>
                </a:solidFill>
              </a:defRPr>
            </a:lvl4pPr>
            <a:lvl5pPr lvl="4">
              <a:lnSpc>
                <a:spcPct val="90000"/>
              </a:lnSpc>
              <a:spcBef>
                <a:spcPts val="0"/>
              </a:spcBef>
              <a:spcAft>
                <a:spcPts val="0"/>
              </a:spcAft>
              <a:buNone/>
              <a:defRPr sz="4200">
                <a:solidFill>
                  <a:schemeClr val="dk1"/>
                </a:solidFill>
              </a:defRPr>
            </a:lvl5pPr>
            <a:lvl6pPr lvl="5">
              <a:lnSpc>
                <a:spcPct val="90000"/>
              </a:lnSpc>
              <a:spcBef>
                <a:spcPts val="0"/>
              </a:spcBef>
              <a:spcAft>
                <a:spcPts val="0"/>
              </a:spcAft>
              <a:buNone/>
              <a:defRPr sz="4200">
                <a:solidFill>
                  <a:schemeClr val="dk1"/>
                </a:solidFill>
              </a:defRPr>
            </a:lvl6pPr>
            <a:lvl7pPr lvl="6">
              <a:lnSpc>
                <a:spcPct val="90000"/>
              </a:lnSpc>
              <a:spcBef>
                <a:spcPts val="0"/>
              </a:spcBef>
              <a:spcAft>
                <a:spcPts val="0"/>
              </a:spcAft>
              <a:buNone/>
              <a:defRPr sz="4200">
                <a:solidFill>
                  <a:schemeClr val="dk1"/>
                </a:solidFill>
              </a:defRPr>
            </a:lvl7pPr>
            <a:lvl8pPr lvl="7">
              <a:lnSpc>
                <a:spcPct val="90000"/>
              </a:lnSpc>
              <a:spcBef>
                <a:spcPts val="0"/>
              </a:spcBef>
              <a:spcAft>
                <a:spcPts val="0"/>
              </a:spcAft>
              <a:buNone/>
              <a:defRPr sz="4200">
                <a:solidFill>
                  <a:schemeClr val="dk1"/>
                </a:solidFill>
              </a:defRPr>
            </a:lvl8pPr>
            <a:lvl9pPr lvl="8">
              <a:lnSpc>
                <a:spcPct val="90000"/>
              </a:lnSpc>
              <a:spcBef>
                <a:spcPts val="0"/>
              </a:spcBef>
              <a:spcAft>
                <a:spcPts val="0"/>
              </a:spcAft>
              <a:buNone/>
              <a:defRPr sz="4200">
                <a:solidFill>
                  <a:schemeClr val="dk1"/>
                </a:solidFill>
              </a:defRPr>
            </a:lvl9pPr>
          </a:lstStyle>
          <a:p/>
        </p:txBody>
      </p:sp>
      <p:sp>
        <p:nvSpPr>
          <p:cNvPr id="363" name="Google Shape;363;p33"/>
          <p:cNvSpPr txBox="1"/>
          <p:nvPr>
            <p:ph idx="1" type="subTitle"/>
          </p:nvPr>
        </p:nvSpPr>
        <p:spPr>
          <a:xfrm>
            <a:off x="451475" y="3776250"/>
            <a:ext cx="4163100" cy="426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64" name="Shape 364"/>
        <p:cNvGrpSpPr/>
        <p:nvPr/>
      </p:nvGrpSpPr>
      <p:grpSpPr>
        <a:xfrm>
          <a:off x="0" y="0"/>
          <a:ext cx="0" cy="0"/>
          <a:chOff x="0" y="0"/>
          <a:chExt cx="0" cy="0"/>
        </a:xfrm>
      </p:grpSpPr>
      <p:sp>
        <p:nvSpPr>
          <p:cNvPr id="365" name="Google Shape;365;p3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66" name="Google Shape;366;p3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67" name="Shape 367"/>
        <p:cNvGrpSpPr/>
        <p:nvPr/>
      </p:nvGrpSpPr>
      <p:grpSpPr>
        <a:xfrm>
          <a:off x="0" y="0"/>
          <a:ext cx="0" cy="0"/>
          <a:chOff x="0" y="0"/>
          <a:chExt cx="0" cy="0"/>
        </a:xfrm>
      </p:grpSpPr>
      <p:sp>
        <p:nvSpPr>
          <p:cNvPr id="368" name="Google Shape;368;p3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69" name="Shape 369"/>
        <p:cNvGrpSpPr/>
        <p:nvPr/>
      </p:nvGrpSpPr>
      <p:grpSpPr>
        <a:xfrm>
          <a:off x="0" y="0"/>
          <a:ext cx="0" cy="0"/>
          <a:chOff x="0" y="0"/>
          <a:chExt cx="0" cy="0"/>
        </a:xfrm>
      </p:grpSpPr>
      <p:sp>
        <p:nvSpPr>
          <p:cNvPr id="370" name="Google Shape;370;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1" name="Google Shape;371;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72" name="Shape 372"/>
        <p:cNvGrpSpPr/>
        <p:nvPr/>
      </p:nvGrpSpPr>
      <p:grpSpPr>
        <a:xfrm>
          <a:off x="0" y="0"/>
          <a:ext cx="0" cy="0"/>
          <a:chOff x="0" y="0"/>
          <a:chExt cx="0" cy="0"/>
        </a:xfrm>
      </p:grpSpPr>
      <p:sp>
        <p:nvSpPr>
          <p:cNvPr id="373" name="Google Shape;373;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4" name="Google Shape;374;p3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5" name="Google Shape;375;p37"/>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76" name="Shape 376"/>
        <p:cNvGrpSpPr/>
        <p:nvPr/>
      </p:nvGrpSpPr>
      <p:grpSpPr>
        <a:xfrm>
          <a:off x="0" y="0"/>
          <a:ext cx="0" cy="0"/>
          <a:chOff x="0" y="0"/>
          <a:chExt cx="0" cy="0"/>
        </a:xfrm>
      </p:grpSpPr>
      <p:sp>
        <p:nvSpPr>
          <p:cNvPr id="377" name="Google Shape;377;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78" name="Shape 378"/>
        <p:cNvGrpSpPr/>
        <p:nvPr/>
      </p:nvGrpSpPr>
      <p:grpSpPr>
        <a:xfrm>
          <a:off x="0" y="0"/>
          <a:ext cx="0" cy="0"/>
          <a:chOff x="0" y="0"/>
          <a:chExt cx="0" cy="0"/>
        </a:xfrm>
      </p:grpSpPr>
      <p:sp>
        <p:nvSpPr>
          <p:cNvPr id="379" name="Google Shape;379;p3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80" name="Google Shape;380;p3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81" name="Shape 381"/>
        <p:cNvGrpSpPr/>
        <p:nvPr/>
      </p:nvGrpSpPr>
      <p:grpSpPr>
        <a:xfrm>
          <a:off x="0" y="0"/>
          <a:ext cx="0" cy="0"/>
          <a:chOff x="0" y="0"/>
          <a:chExt cx="0" cy="0"/>
        </a:xfrm>
      </p:grpSpPr>
      <p:sp>
        <p:nvSpPr>
          <p:cNvPr id="382" name="Google Shape;382;p4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83" name="Shape 383"/>
        <p:cNvGrpSpPr/>
        <p:nvPr/>
      </p:nvGrpSpPr>
      <p:grpSpPr>
        <a:xfrm>
          <a:off x="0" y="0"/>
          <a:ext cx="0" cy="0"/>
          <a:chOff x="0" y="0"/>
          <a:chExt cx="0" cy="0"/>
        </a:xfrm>
      </p:grpSpPr>
      <p:sp>
        <p:nvSpPr>
          <p:cNvPr id="384" name="Google Shape;384;p4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5" name="Google Shape;385;p4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86" name="Google Shape;386;p4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87" name="Shape 387"/>
        <p:cNvGrpSpPr/>
        <p:nvPr/>
      </p:nvGrpSpPr>
      <p:grpSpPr>
        <a:xfrm>
          <a:off x="0" y="0"/>
          <a:ext cx="0" cy="0"/>
          <a:chOff x="0" y="0"/>
          <a:chExt cx="0" cy="0"/>
        </a:xfrm>
      </p:grpSpPr>
      <p:sp>
        <p:nvSpPr>
          <p:cNvPr id="388" name="Google Shape;388;p4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89" name="Shape 389"/>
        <p:cNvGrpSpPr/>
        <p:nvPr/>
      </p:nvGrpSpPr>
      <p:grpSpPr>
        <a:xfrm>
          <a:off x="0" y="0"/>
          <a:ext cx="0" cy="0"/>
          <a:chOff x="0" y="0"/>
          <a:chExt cx="0" cy="0"/>
        </a:xfrm>
      </p:grpSpPr>
      <p:sp>
        <p:nvSpPr>
          <p:cNvPr id="390" name="Google Shape;390;p4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91" name="Google Shape;391;p4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92" name="Shape 392"/>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93" name="Shape 393"/>
        <p:cNvGrpSpPr/>
        <p:nvPr/>
      </p:nvGrpSpPr>
      <p:grpSpPr>
        <a:xfrm>
          <a:off x="0" y="0"/>
          <a:ext cx="0" cy="0"/>
          <a:chOff x="0" y="0"/>
          <a:chExt cx="0" cy="0"/>
        </a:xfrm>
      </p:grpSpPr>
      <p:sp>
        <p:nvSpPr>
          <p:cNvPr id="394" name="Google Shape;394;p45"/>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5" name="Google Shape;395;p4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4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4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8" name="Google Shape;398;p4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9" name="Google Shape;399;p4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0" name="Google Shape;400;p4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01" name="Shape 401"/>
        <p:cNvGrpSpPr/>
        <p:nvPr/>
      </p:nvGrpSpPr>
      <p:grpSpPr>
        <a:xfrm>
          <a:off x="0" y="0"/>
          <a:ext cx="0" cy="0"/>
          <a:chOff x="0" y="0"/>
          <a:chExt cx="0" cy="0"/>
        </a:xfrm>
      </p:grpSpPr>
      <p:sp>
        <p:nvSpPr>
          <p:cNvPr id="402" name="Google Shape;402;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3" name="Google Shape;403;p46"/>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4" name="Google Shape;404;p4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05" name="Shape 405"/>
        <p:cNvGrpSpPr/>
        <p:nvPr/>
      </p:nvGrpSpPr>
      <p:grpSpPr>
        <a:xfrm>
          <a:off x="0" y="0"/>
          <a:ext cx="0" cy="0"/>
          <a:chOff x="0" y="0"/>
          <a:chExt cx="0" cy="0"/>
        </a:xfrm>
      </p:grpSpPr>
      <p:sp>
        <p:nvSpPr>
          <p:cNvPr id="406" name="Google Shape;406;p4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7" name="Google Shape;407;p47"/>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8" name="Google Shape;408;p4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9" name="Google Shape;409;p4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0" name="Google Shape;410;p4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11" name="Shape 411"/>
        <p:cNvGrpSpPr/>
        <p:nvPr/>
      </p:nvGrpSpPr>
      <p:grpSpPr>
        <a:xfrm>
          <a:off x="0" y="0"/>
          <a:ext cx="0" cy="0"/>
          <a:chOff x="0" y="0"/>
          <a:chExt cx="0" cy="0"/>
        </a:xfrm>
      </p:grpSpPr>
      <p:sp>
        <p:nvSpPr>
          <p:cNvPr id="412" name="Google Shape;412;p48"/>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3" name="Google Shape;413;p4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4" name="Google Shape;414;p4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5" name="Google Shape;415;p4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6" name="Google Shape;416;p4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7" name="Google Shape;417;p4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8" name="Google Shape;418;p4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19" name="Shape 419"/>
        <p:cNvGrpSpPr/>
        <p:nvPr/>
      </p:nvGrpSpPr>
      <p:grpSpPr>
        <a:xfrm>
          <a:off x="0" y="0"/>
          <a:ext cx="0" cy="0"/>
          <a:chOff x="0" y="0"/>
          <a:chExt cx="0" cy="0"/>
        </a:xfrm>
      </p:grpSpPr>
      <p:sp>
        <p:nvSpPr>
          <p:cNvPr id="420" name="Google Shape;420;p49"/>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1" name="Google Shape;421;p4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2" name="Google Shape;422;p4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3" name="Google Shape;423;p4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4" name="Google Shape;424;p4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25" name="Google Shape;425;p4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6" name="Google Shape;426;p4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7" name="Google Shape;427;p4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8" name="Google Shape;428;p4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29" name="Shape 429"/>
        <p:cNvGrpSpPr/>
        <p:nvPr/>
      </p:nvGrpSpPr>
      <p:grpSpPr>
        <a:xfrm>
          <a:off x="0" y="0"/>
          <a:ext cx="0" cy="0"/>
          <a:chOff x="0" y="0"/>
          <a:chExt cx="0" cy="0"/>
        </a:xfrm>
      </p:grpSpPr>
      <p:sp>
        <p:nvSpPr>
          <p:cNvPr id="430" name="Google Shape;430;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1" name="Google Shape;431;p5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32" name="Shape 432"/>
        <p:cNvGrpSpPr/>
        <p:nvPr/>
      </p:nvGrpSpPr>
      <p:grpSpPr>
        <a:xfrm>
          <a:off x="0" y="0"/>
          <a:ext cx="0" cy="0"/>
          <a:chOff x="0" y="0"/>
          <a:chExt cx="0" cy="0"/>
        </a:xfrm>
      </p:grpSpPr>
      <p:sp>
        <p:nvSpPr>
          <p:cNvPr id="433" name="Google Shape;433;p51"/>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4" name="Google Shape;434;p51"/>
          <p:cNvSpPr/>
          <p:nvPr>
            <p:ph idx="2" type="pic"/>
          </p:nvPr>
        </p:nvSpPr>
        <p:spPr>
          <a:xfrm>
            <a:off x="4804825" y="1133300"/>
            <a:ext cx="4027500" cy="2392800"/>
          </a:xfrm>
          <a:prstGeom prst="rect">
            <a:avLst/>
          </a:prstGeom>
          <a:noFill/>
          <a:ln>
            <a:noFill/>
          </a:ln>
        </p:spPr>
      </p:sp>
      <p:sp>
        <p:nvSpPr>
          <p:cNvPr id="435" name="Google Shape;435;p51"/>
          <p:cNvSpPr/>
          <p:nvPr>
            <p:ph idx="3" type="pic"/>
          </p:nvPr>
        </p:nvSpPr>
        <p:spPr>
          <a:xfrm>
            <a:off x="311725" y="1133300"/>
            <a:ext cx="4027500" cy="2392800"/>
          </a:xfrm>
          <a:prstGeom prst="rect">
            <a:avLst/>
          </a:prstGeom>
          <a:noFill/>
          <a:ln>
            <a:noFill/>
          </a:ln>
        </p:spPr>
      </p:sp>
      <p:sp>
        <p:nvSpPr>
          <p:cNvPr id="436" name="Google Shape;436;p5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7" name="Google Shape;437;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8" name="Google Shape;438;p5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39" name="Google Shape;439;p5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40" name="Shape 440"/>
        <p:cNvGrpSpPr/>
        <p:nvPr/>
      </p:nvGrpSpPr>
      <p:grpSpPr>
        <a:xfrm>
          <a:off x="0" y="0"/>
          <a:ext cx="0" cy="0"/>
          <a:chOff x="0" y="0"/>
          <a:chExt cx="0" cy="0"/>
        </a:xfrm>
      </p:grpSpPr>
      <p:sp>
        <p:nvSpPr>
          <p:cNvPr id="441" name="Google Shape;441;p52"/>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2" name="Google Shape;442;p52"/>
          <p:cNvSpPr/>
          <p:nvPr>
            <p:ph idx="2" type="pic"/>
          </p:nvPr>
        </p:nvSpPr>
        <p:spPr>
          <a:xfrm>
            <a:off x="6205225" y="1128325"/>
            <a:ext cx="2627100" cy="2273100"/>
          </a:xfrm>
          <a:prstGeom prst="rect">
            <a:avLst/>
          </a:prstGeom>
          <a:noFill/>
          <a:ln>
            <a:noFill/>
          </a:ln>
        </p:spPr>
      </p:sp>
      <p:sp>
        <p:nvSpPr>
          <p:cNvPr id="443" name="Google Shape;443;p52"/>
          <p:cNvSpPr/>
          <p:nvPr>
            <p:ph idx="3" type="pic"/>
          </p:nvPr>
        </p:nvSpPr>
        <p:spPr>
          <a:xfrm>
            <a:off x="311725" y="1128325"/>
            <a:ext cx="2627100" cy="2273100"/>
          </a:xfrm>
          <a:prstGeom prst="rect">
            <a:avLst/>
          </a:prstGeom>
          <a:noFill/>
          <a:ln>
            <a:noFill/>
          </a:ln>
        </p:spPr>
      </p:sp>
      <p:sp>
        <p:nvSpPr>
          <p:cNvPr id="444" name="Google Shape;444;p5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5" name="Google Shape;445;p52"/>
          <p:cNvSpPr/>
          <p:nvPr>
            <p:ph idx="5" type="pic"/>
          </p:nvPr>
        </p:nvSpPr>
        <p:spPr>
          <a:xfrm>
            <a:off x="3255250" y="1128325"/>
            <a:ext cx="2627100" cy="2273100"/>
          </a:xfrm>
          <a:prstGeom prst="rect">
            <a:avLst/>
          </a:prstGeom>
          <a:noFill/>
          <a:ln>
            <a:noFill/>
          </a:ln>
        </p:spPr>
      </p:sp>
      <p:sp>
        <p:nvSpPr>
          <p:cNvPr id="446" name="Google Shape;446;p5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7" name="Google Shape;447;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8" name="Google Shape;448;p5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49" name="Google Shape;449;p5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0" name="Google Shape;450;p5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51" name="Shape 451"/>
        <p:cNvGrpSpPr/>
        <p:nvPr/>
      </p:nvGrpSpPr>
      <p:grpSpPr>
        <a:xfrm>
          <a:off x="0" y="0"/>
          <a:ext cx="0" cy="0"/>
          <a:chOff x="0" y="0"/>
          <a:chExt cx="0" cy="0"/>
        </a:xfrm>
      </p:grpSpPr>
      <p:sp>
        <p:nvSpPr>
          <p:cNvPr id="452" name="Google Shape;452;p5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53" name="Shape 453"/>
        <p:cNvGrpSpPr/>
        <p:nvPr/>
      </p:nvGrpSpPr>
      <p:grpSpPr>
        <a:xfrm>
          <a:off x="0" y="0"/>
          <a:ext cx="0" cy="0"/>
          <a:chOff x="0" y="0"/>
          <a:chExt cx="0" cy="0"/>
        </a:xfrm>
      </p:grpSpPr>
      <p:sp>
        <p:nvSpPr>
          <p:cNvPr id="454" name="Google Shape;454;p54"/>
          <p:cNvSpPr/>
          <p:nvPr>
            <p:ph idx="2" type="pic"/>
          </p:nvPr>
        </p:nvSpPr>
        <p:spPr>
          <a:xfrm>
            <a:off x="3389600" y="118913"/>
            <a:ext cx="1643700" cy="1535100"/>
          </a:xfrm>
          <a:prstGeom prst="rect">
            <a:avLst/>
          </a:prstGeom>
          <a:noFill/>
          <a:ln>
            <a:noFill/>
          </a:ln>
        </p:spPr>
      </p:sp>
      <p:sp>
        <p:nvSpPr>
          <p:cNvPr id="455" name="Google Shape;455;p54"/>
          <p:cNvSpPr/>
          <p:nvPr>
            <p:ph idx="3" type="pic"/>
          </p:nvPr>
        </p:nvSpPr>
        <p:spPr>
          <a:xfrm>
            <a:off x="5195935" y="118913"/>
            <a:ext cx="1643700" cy="1535100"/>
          </a:xfrm>
          <a:prstGeom prst="rect">
            <a:avLst/>
          </a:prstGeom>
          <a:noFill/>
          <a:ln>
            <a:noFill/>
          </a:ln>
        </p:spPr>
      </p:sp>
      <p:sp>
        <p:nvSpPr>
          <p:cNvPr id="456" name="Google Shape;456;p54"/>
          <p:cNvSpPr/>
          <p:nvPr>
            <p:ph idx="4" type="pic"/>
          </p:nvPr>
        </p:nvSpPr>
        <p:spPr>
          <a:xfrm>
            <a:off x="7002270" y="118913"/>
            <a:ext cx="1643700" cy="1535100"/>
          </a:xfrm>
          <a:prstGeom prst="rect">
            <a:avLst/>
          </a:prstGeom>
          <a:noFill/>
          <a:ln>
            <a:noFill/>
          </a:ln>
        </p:spPr>
      </p:sp>
      <p:sp>
        <p:nvSpPr>
          <p:cNvPr id="457" name="Google Shape;457;p54"/>
          <p:cNvSpPr/>
          <p:nvPr>
            <p:ph idx="5" type="pic"/>
          </p:nvPr>
        </p:nvSpPr>
        <p:spPr>
          <a:xfrm>
            <a:off x="3389588" y="1804212"/>
            <a:ext cx="1643700" cy="1535100"/>
          </a:xfrm>
          <a:prstGeom prst="rect">
            <a:avLst/>
          </a:prstGeom>
          <a:noFill/>
          <a:ln>
            <a:noFill/>
          </a:ln>
        </p:spPr>
      </p:sp>
      <p:sp>
        <p:nvSpPr>
          <p:cNvPr id="458" name="Google Shape;458;p54"/>
          <p:cNvSpPr/>
          <p:nvPr>
            <p:ph idx="6" type="pic"/>
          </p:nvPr>
        </p:nvSpPr>
        <p:spPr>
          <a:xfrm>
            <a:off x="5195922" y="1804212"/>
            <a:ext cx="1643700" cy="1535100"/>
          </a:xfrm>
          <a:prstGeom prst="rect">
            <a:avLst/>
          </a:prstGeom>
          <a:noFill/>
          <a:ln>
            <a:noFill/>
          </a:ln>
        </p:spPr>
      </p:sp>
      <p:sp>
        <p:nvSpPr>
          <p:cNvPr id="459" name="Google Shape;459;p54"/>
          <p:cNvSpPr/>
          <p:nvPr>
            <p:ph idx="7" type="pic"/>
          </p:nvPr>
        </p:nvSpPr>
        <p:spPr>
          <a:xfrm>
            <a:off x="7002257" y="1804212"/>
            <a:ext cx="1643700" cy="1535100"/>
          </a:xfrm>
          <a:prstGeom prst="rect">
            <a:avLst/>
          </a:prstGeom>
          <a:noFill/>
          <a:ln>
            <a:noFill/>
          </a:ln>
        </p:spPr>
      </p:sp>
      <p:sp>
        <p:nvSpPr>
          <p:cNvPr id="460" name="Google Shape;460;p5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1" name="Google Shape;461;p54"/>
          <p:cNvSpPr/>
          <p:nvPr>
            <p:ph idx="8" type="pic"/>
          </p:nvPr>
        </p:nvSpPr>
        <p:spPr>
          <a:xfrm>
            <a:off x="3389588" y="3489487"/>
            <a:ext cx="1643700" cy="1535100"/>
          </a:xfrm>
          <a:prstGeom prst="rect">
            <a:avLst/>
          </a:prstGeom>
          <a:noFill/>
          <a:ln>
            <a:noFill/>
          </a:ln>
        </p:spPr>
      </p:sp>
      <p:sp>
        <p:nvSpPr>
          <p:cNvPr id="462" name="Google Shape;462;p54"/>
          <p:cNvSpPr/>
          <p:nvPr>
            <p:ph idx="9" type="pic"/>
          </p:nvPr>
        </p:nvSpPr>
        <p:spPr>
          <a:xfrm>
            <a:off x="5195922" y="3489487"/>
            <a:ext cx="1643700" cy="1535100"/>
          </a:xfrm>
          <a:prstGeom prst="rect">
            <a:avLst/>
          </a:prstGeom>
          <a:noFill/>
          <a:ln>
            <a:noFill/>
          </a:ln>
        </p:spPr>
      </p:sp>
      <p:sp>
        <p:nvSpPr>
          <p:cNvPr id="463" name="Google Shape;463;p5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5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361850" y="2004025"/>
            <a:ext cx="5627400" cy="25473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lnSpc>
                <a:spcPct val="115000"/>
              </a:lnSpc>
              <a:spcBef>
                <a:spcPts val="800"/>
              </a:spcBef>
              <a:spcAft>
                <a:spcPts val="80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
        <p:nvSpPr>
          <p:cNvPr id="7" name="Google Shape;7;p1"/>
          <p:cNvSpPr txBox="1"/>
          <p:nvPr>
            <p:ph type="title"/>
          </p:nvPr>
        </p:nvSpPr>
        <p:spPr>
          <a:xfrm>
            <a:off x="438150" y="524575"/>
            <a:ext cx="5433000" cy="90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Newsreader"/>
              <a:buNone/>
              <a:defRPr sz="3000">
                <a:solidFill>
                  <a:schemeClr val="lt1"/>
                </a:solidFill>
                <a:latin typeface="Newsreader"/>
                <a:ea typeface="Newsreader"/>
                <a:cs typeface="Newsreader"/>
                <a:sym typeface="Newsread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 name="Google Shape;8;p1"/>
          <p:cNvSpPr txBox="1"/>
          <p:nvPr>
            <p:ph idx="2" type="body"/>
          </p:nvPr>
        </p:nvSpPr>
        <p:spPr>
          <a:xfrm>
            <a:off x="4700200" y="1614100"/>
            <a:ext cx="3756600" cy="2547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 Id="rId3"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 Id="rId3" Type="http://schemas.openxmlformats.org/officeDocument/2006/relationships/image" Target="../media/image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 Id="rId3" Type="http://schemas.openxmlformats.org/officeDocument/2006/relationships/image" Target="../media/image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pic>
        <p:nvPicPr>
          <p:cNvPr descr="A close-up of a modern glass structure. " id="468" name="Google Shape;468;p55"/>
          <p:cNvPicPr preferRelativeResize="0"/>
          <p:nvPr/>
        </p:nvPicPr>
        <p:blipFill rotWithShape="1">
          <a:blip r:embed="rId3">
            <a:alphaModFix/>
          </a:blip>
          <a:srcRect b="80" l="21737" r="19116" t="0"/>
          <a:stretch/>
        </p:blipFill>
        <p:spPr>
          <a:xfrm>
            <a:off x="4587725" y="-8750"/>
            <a:ext cx="4572001" cy="5148074"/>
          </a:xfrm>
          <a:prstGeom prst="rect">
            <a:avLst/>
          </a:prstGeom>
          <a:noFill/>
          <a:ln>
            <a:noFill/>
          </a:ln>
        </p:spPr>
      </p:pic>
      <p:sp>
        <p:nvSpPr>
          <p:cNvPr id="469" name="Google Shape;469;p55"/>
          <p:cNvSpPr txBox="1"/>
          <p:nvPr>
            <p:ph type="title"/>
          </p:nvPr>
        </p:nvSpPr>
        <p:spPr>
          <a:xfrm>
            <a:off x="361975" y="923525"/>
            <a:ext cx="3860100" cy="121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NBA Statistical Analysis</a:t>
            </a:r>
            <a:endParaRPr/>
          </a:p>
        </p:txBody>
      </p:sp>
      <p:sp>
        <p:nvSpPr>
          <p:cNvPr id="470" name="Google Shape;470;p55"/>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 statistical analysis on NBA professional basketball players driven by machine learning techniques to find and identify under and over performers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6"/>
          <p:cNvSpPr txBox="1"/>
          <p:nvPr>
            <p:ph idx="4" type="subTitle"/>
          </p:nvPr>
        </p:nvSpPr>
        <p:spPr>
          <a:xfrm>
            <a:off x="361975" y="3493626"/>
            <a:ext cx="3154800" cy="21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Data Set Used</a:t>
            </a:r>
            <a:endParaRPr/>
          </a:p>
        </p:txBody>
      </p:sp>
      <p:sp>
        <p:nvSpPr>
          <p:cNvPr id="476" name="Google Shape;476;p56"/>
          <p:cNvSpPr txBox="1"/>
          <p:nvPr>
            <p:ph idx="5" type="subTitle"/>
          </p:nvPr>
        </p:nvSpPr>
        <p:spPr>
          <a:xfrm>
            <a:off x="4909675" y="3493626"/>
            <a:ext cx="3154800" cy="21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Future Steps</a:t>
            </a:r>
            <a:endParaRPr/>
          </a:p>
        </p:txBody>
      </p:sp>
      <p:sp>
        <p:nvSpPr>
          <p:cNvPr id="477" name="Google Shape;477;p56"/>
          <p:cNvSpPr txBox="1"/>
          <p:nvPr>
            <p:ph idx="6" type="subTitle"/>
          </p:nvPr>
        </p:nvSpPr>
        <p:spPr>
          <a:xfrm>
            <a:off x="361975" y="4145267"/>
            <a:ext cx="3154800" cy="21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Process Decided On</a:t>
            </a:r>
            <a:endParaRPr/>
          </a:p>
        </p:txBody>
      </p:sp>
      <p:sp>
        <p:nvSpPr>
          <p:cNvPr id="478" name="Google Shape;478;p56"/>
          <p:cNvSpPr txBox="1"/>
          <p:nvPr>
            <p:ph idx="7" type="subTitle"/>
          </p:nvPr>
        </p:nvSpPr>
        <p:spPr>
          <a:xfrm>
            <a:off x="4909675" y="4145267"/>
            <a:ext cx="3154800" cy="21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Questions</a:t>
            </a:r>
            <a:endParaRPr/>
          </a:p>
        </p:txBody>
      </p:sp>
      <p:sp>
        <p:nvSpPr>
          <p:cNvPr id="479" name="Google Shape;479;p56"/>
          <p:cNvSpPr txBox="1"/>
          <p:nvPr>
            <p:ph idx="1" type="subTitle"/>
          </p:nvPr>
        </p:nvSpPr>
        <p:spPr>
          <a:xfrm>
            <a:off x="361975" y="2841984"/>
            <a:ext cx="3154800" cy="21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Main Research Questions</a:t>
            </a:r>
            <a:endParaRPr/>
          </a:p>
        </p:txBody>
      </p:sp>
      <p:sp>
        <p:nvSpPr>
          <p:cNvPr id="480" name="Google Shape;480;p56"/>
          <p:cNvSpPr txBox="1"/>
          <p:nvPr>
            <p:ph idx="3" type="subTitle"/>
          </p:nvPr>
        </p:nvSpPr>
        <p:spPr>
          <a:xfrm>
            <a:off x="4909675" y="2841984"/>
            <a:ext cx="3154800" cy="21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Current Results</a:t>
            </a:r>
            <a:endParaRPr/>
          </a:p>
        </p:txBody>
      </p:sp>
      <p:sp>
        <p:nvSpPr>
          <p:cNvPr id="481" name="Google Shape;481;p56"/>
          <p:cNvSpPr txBox="1"/>
          <p:nvPr>
            <p:ph type="title"/>
          </p:nvPr>
        </p:nvSpPr>
        <p:spPr>
          <a:xfrm>
            <a:off x="361975" y="962100"/>
            <a:ext cx="41631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i="1" lang="en"/>
              <a:t>Agenda</a:t>
            </a:r>
            <a:endParaRPr i="1"/>
          </a:p>
        </p:txBody>
      </p:sp>
      <p:sp>
        <p:nvSpPr>
          <p:cNvPr id="482" name="Google Shape;482;p56"/>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483" name="Google Shape;483;p56"/>
          <p:cNvCxnSpPr/>
          <p:nvPr/>
        </p:nvCxnSpPr>
        <p:spPr>
          <a:xfrm>
            <a:off x="378475" y="3240663"/>
            <a:ext cx="3850500" cy="0"/>
          </a:xfrm>
          <a:prstGeom prst="straightConnector1">
            <a:avLst/>
          </a:prstGeom>
          <a:noFill/>
          <a:ln cap="flat" cmpd="sng" w="9525">
            <a:solidFill>
              <a:schemeClr val="lt2"/>
            </a:solidFill>
            <a:prstDash val="solid"/>
            <a:round/>
            <a:headEnd len="med" w="med" type="none"/>
            <a:tailEnd len="med" w="med" type="none"/>
          </a:ln>
        </p:spPr>
      </p:cxnSp>
      <p:cxnSp>
        <p:nvCxnSpPr>
          <p:cNvPr id="484" name="Google Shape;484;p56"/>
          <p:cNvCxnSpPr/>
          <p:nvPr/>
        </p:nvCxnSpPr>
        <p:spPr>
          <a:xfrm>
            <a:off x="378475" y="3892305"/>
            <a:ext cx="3850500" cy="0"/>
          </a:xfrm>
          <a:prstGeom prst="straightConnector1">
            <a:avLst/>
          </a:prstGeom>
          <a:noFill/>
          <a:ln cap="flat" cmpd="sng" w="9525">
            <a:solidFill>
              <a:schemeClr val="lt2"/>
            </a:solidFill>
            <a:prstDash val="solid"/>
            <a:round/>
            <a:headEnd len="med" w="med" type="none"/>
            <a:tailEnd len="med" w="med" type="none"/>
          </a:ln>
        </p:spPr>
      </p:cxnSp>
      <p:cxnSp>
        <p:nvCxnSpPr>
          <p:cNvPr id="485" name="Google Shape;485;p56"/>
          <p:cNvCxnSpPr/>
          <p:nvPr/>
        </p:nvCxnSpPr>
        <p:spPr>
          <a:xfrm>
            <a:off x="378475" y="4543946"/>
            <a:ext cx="3850500" cy="0"/>
          </a:xfrm>
          <a:prstGeom prst="straightConnector1">
            <a:avLst/>
          </a:prstGeom>
          <a:noFill/>
          <a:ln cap="flat" cmpd="sng" w="9525">
            <a:solidFill>
              <a:schemeClr val="lt2"/>
            </a:solidFill>
            <a:prstDash val="solid"/>
            <a:round/>
            <a:headEnd len="med" w="med" type="none"/>
            <a:tailEnd len="med" w="med" type="none"/>
          </a:ln>
        </p:spPr>
      </p:cxnSp>
      <p:cxnSp>
        <p:nvCxnSpPr>
          <p:cNvPr id="486" name="Google Shape;486;p56"/>
          <p:cNvCxnSpPr/>
          <p:nvPr/>
        </p:nvCxnSpPr>
        <p:spPr>
          <a:xfrm>
            <a:off x="4926175" y="3240663"/>
            <a:ext cx="3850500" cy="0"/>
          </a:xfrm>
          <a:prstGeom prst="straightConnector1">
            <a:avLst/>
          </a:prstGeom>
          <a:noFill/>
          <a:ln cap="flat" cmpd="sng" w="9525">
            <a:solidFill>
              <a:schemeClr val="lt2"/>
            </a:solidFill>
            <a:prstDash val="solid"/>
            <a:round/>
            <a:headEnd len="med" w="med" type="none"/>
            <a:tailEnd len="med" w="med" type="none"/>
          </a:ln>
        </p:spPr>
      </p:cxnSp>
      <p:cxnSp>
        <p:nvCxnSpPr>
          <p:cNvPr id="487" name="Google Shape;487;p56"/>
          <p:cNvCxnSpPr/>
          <p:nvPr/>
        </p:nvCxnSpPr>
        <p:spPr>
          <a:xfrm>
            <a:off x="4926175" y="3892305"/>
            <a:ext cx="3850500" cy="0"/>
          </a:xfrm>
          <a:prstGeom prst="straightConnector1">
            <a:avLst/>
          </a:prstGeom>
          <a:noFill/>
          <a:ln cap="flat" cmpd="sng" w="9525">
            <a:solidFill>
              <a:schemeClr val="lt2"/>
            </a:solidFill>
            <a:prstDash val="solid"/>
            <a:round/>
            <a:headEnd len="med" w="med" type="none"/>
            <a:tailEnd len="med" w="med" type="none"/>
          </a:ln>
        </p:spPr>
      </p:cxnSp>
      <p:cxnSp>
        <p:nvCxnSpPr>
          <p:cNvPr id="488" name="Google Shape;488;p56"/>
          <p:cNvCxnSpPr/>
          <p:nvPr/>
        </p:nvCxnSpPr>
        <p:spPr>
          <a:xfrm>
            <a:off x="4926175" y="4543946"/>
            <a:ext cx="3850500" cy="0"/>
          </a:xfrm>
          <a:prstGeom prst="straightConnector1">
            <a:avLst/>
          </a:prstGeom>
          <a:noFill/>
          <a:ln cap="flat" cmpd="sng" w="9525">
            <a:solidFill>
              <a:schemeClr val="lt2"/>
            </a:solidFill>
            <a:prstDash val="solid"/>
            <a:round/>
            <a:headEnd len="med" w="med" type="none"/>
            <a:tailEnd len="med" w="med" type="none"/>
          </a:ln>
        </p:spPr>
      </p:cxnSp>
      <p:sp>
        <p:nvSpPr>
          <p:cNvPr id="489" name="Google Shape;489;p56"/>
          <p:cNvSpPr txBox="1"/>
          <p:nvPr/>
        </p:nvSpPr>
        <p:spPr>
          <a:xfrm>
            <a:off x="3891910" y="2805147"/>
            <a:ext cx="500100" cy="356400"/>
          </a:xfrm>
          <a:prstGeom prst="rect">
            <a:avLst/>
          </a:prstGeom>
          <a:noFill/>
          <a:ln>
            <a:noFill/>
          </a:ln>
        </p:spPr>
        <p:txBody>
          <a:bodyPr anchorCtr="0" anchor="ctr" bIns="91425" lIns="91425" spcFirstLastPara="1" rIns="137150" wrap="square" tIns="91425">
            <a:noAutofit/>
          </a:bodyPr>
          <a:lstStyle/>
          <a:p>
            <a:pPr indent="-330200" lvl="0" marL="457200" rtl="0" algn="r">
              <a:spcBef>
                <a:spcPts val="0"/>
              </a:spcBef>
              <a:spcAft>
                <a:spcPts val="0"/>
              </a:spcAft>
              <a:buClr>
                <a:schemeClr val="accent2"/>
              </a:buClr>
              <a:buSzPts val="1600"/>
              <a:buFont typeface="Newsreader"/>
              <a:buChar char="➔"/>
            </a:pPr>
            <a:r>
              <a:t/>
            </a:r>
            <a:endParaRPr sz="1600">
              <a:solidFill>
                <a:schemeClr val="accent2"/>
              </a:solidFill>
              <a:latin typeface="Newsreader"/>
              <a:ea typeface="Newsreader"/>
              <a:cs typeface="Newsreader"/>
              <a:sym typeface="Newsreader"/>
            </a:endParaRPr>
          </a:p>
        </p:txBody>
      </p:sp>
      <p:sp>
        <p:nvSpPr>
          <p:cNvPr id="490" name="Google Shape;490;p56"/>
          <p:cNvSpPr txBox="1"/>
          <p:nvPr/>
        </p:nvSpPr>
        <p:spPr>
          <a:xfrm>
            <a:off x="3891910" y="3474159"/>
            <a:ext cx="500100" cy="356400"/>
          </a:xfrm>
          <a:prstGeom prst="rect">
            <a:avLst/>
          </a:prstGeom>
          <a:noFill/>
          <a:ln>
            <a:noFill/>
          </a:ln>
        </p:spPr>
        <p:txBody>
          <a:bodyPr anchorCtr="0" anchor="ctr" bIns="91425" lIns="91425" spcFirstLastPara="1" rIns="137150" wrap="square" tIns="91425">
            <a:noAutofit/>
          </a:bodyPr>
          <a:lstStyle/>
          <a:p>
            <a:pPr indent="-330200" lvl="0" marL="457200" rtl="0" algn="r">
              <a:spcBef>
                <a:spcPts val="0"/>
              </a:spcBef>
              <a:spcAft>
                <a:spcPts val="0"/>
              </a:spcAft>
              <a:buClr>
                <a:schemeClr val="accent2"/>
              </a:buClr>
              <a:buSzPts val="1600"/>
              <a:buFont typeface="Newsreader"/>
              <a:buChar char="➔"/>
            </a:pPr>
            <a:r>
              <a:t/>
            </a:r>
            <a:endParaRPr sz="1600">
              <a:solidFill>
                <a:schemeClr val="accent2"/>
              </a:solidFill>
              <a:latin typeface="Newsreader"/>
              <a:ea typeface="Newsreader"/>
              <a:cs typeface="Newsreader"/>
              <a:sym typeface="Newsreader"/>
            </a:endParaRPr>
          </a:p>
        </p:txBody>
      </p:sp>
      <p:sp>
        <p:nvSpPr>
          <p:cNvPr id="491" name="Google Shape;491;p56"/>
          <p:cNvSpPr txBox="1"/>
          <p:nvPr/>
        </p:nvSpPr>
        <p:spPr>
          <a:xfrm>
            <a:off x="3891910" y="4143159"/>
            <a:ext cx="500100" cy="356400"/>
          </a:xfrm>
          <a:prstGeom prst="rect">
            <a:avLst/>
          </a:prstGeom>
          <a:noFill/>
          <a:ln>
            <a:noFill/>
          </a:ln>
        </p:spPr>
        <p:txBody>
          <a:bodyPr anchorCtr="0" anchor="ctr" bIns="91425" lIns="91425" spcFirstLastPara="1" rIns="137150" wrap="square" tIns="91425">
            <a:noAutofit/>
          </a:bodyPr>
          <a:lstStyle/>
          <a:p>
            <a:pPr indent="-330200" lvl="0" marL="457200" rtl="0" algn="r">
              <a:spcBef>
                <a:spcPts val="0"/>
              </a:spcBef>
              <a:spcAft>
                <a:spcPts val="0"/>
              </a:spcAft>
              <a:buClr>
                <a:schemeClr val="accent2"/>
              </a:buClr>
              <a:buSzPts val="1600"/>
              <a:buFont typeface="Newsreader"/>
              <a:buChar char="➔"/>
            </a:pPr>
            <a:r>
              <a:t/>
            </a:r>
            <a:endParaRPr sz="1600">
              <a:solidFill>
                <a:schemeClr val="accent2"/>
              </a:solidFill>
              <a:latin typeface="Newsreader"/>
              <a:ea typeface="Newsreader"/>
              <a:cs typeface="Newsreader"/>
              <a:sym typeface="Newsreader"/>
            </a:endParaRPr>
          </a:p>
        </p:txBody>
      </p:sp>
      <p:sp>
        <p:nvSpPr>
          <p:cNvPr id="492" name="Google Shape;492;p56"/>
          <p:cNvSpPr txBox="1"/>
          <p:nvPr/>
        </p:nvSpPr>
        <p:spPr>
          <a:xfrm>
            <a:off x="8437295" y="2805147"/>
            <a:ext cx="500100" cy="356400"/>
          </a:xfrm>
          <a:prstGeom prst="rect">
            <a:avLst/>
          </a:prstGeom>
          <a:noFill/>
          <a:ln>
            <a:noFill/>
          </a:ln>
        </p:spPr>
        <p:txBody>
          <a:bodyPr anchorCtr="0" anchor="ctr" bIns="91425" lIns="91425" spcFirstLastPara="1" rIns="137150" wrap="square" tIns="91425">
            <a:noAutofit/>
          </a:bodyPr>
          <a:lstStyle/>
          <a:p>
            <a:pPr indent="-330200" lvl="0" marL="457200" rtl="0" algn="r">
              <a:spcBef>
                <a:spcPts val="0"/>
              </a:spcBef>
              <a:spcAft>
                <a:spcPts val="0"/>
              </a:spcAft>
              <a:buClr>
                <a:schemeClr val="accent2"/>
              </a:buClr>
              <a:buSzPts val="1600"/>
              <a:buFont typeface="Newsreader"/>
              <a:buChar char="➔"/>
            </a:pPr>
            <a:r>
              <a:t/>
            </a:r>
            <a:endParaRPr sz="1600">
              <a:solidFill>
                <a:schemeClr val="accent2"/>
              </a:solidFill>
              <a:latin typeface="Newsreader"/>
              <a:ea typeface="Newsreader"/>
              <a:cs typeface="Newsreader"/>
              <a:sym typeface="Newsreader"/>
            </a:endParaRPr>
          </a:p>
        </p:txBody>
      </p:sp>
      <p:sp>
        <p:nvSpPr>
          <p:cNvPr id="493" name="Google Shape;493;p56"/>
          <p:cNvSpPr txBox="1"/>
          <p:nvPr/>
        </p:nvSpPr>
        <p:spPr>
          <a:xfrm>
            <a:off x="8437295" y="3474159"/>
            <a:ext cx="500100" cy="356400"/>
          </a:xfrm>
          <a:prstGeom prst="rect">
            <a:avLst/>
          </a:prstGeom>
          <a:noFill/>
          <a:ln>
            <a:noFill/>
          </a:ln>
        </p:spPr>
        <p:txBody>
          <a:bodyPr anchorCtr="0" anchor="ctr" bIns="91425" lIns="91425" spcFirstLastPara="1" rIns="137150" wrap="square" tIns="91425">
            <a:noAutofit/>
          </a:bodyPr>
          <a:lstStyle/>
          <a:p>
            <a:pPr indent="-330200" lvl="0" marL="457200" rtl="0" algn="r">
              <a:spcBef>
                <a:spcPts val="0"/>
              </a:spcBef>
              <a:spcAft>
                <a:spcPts val="0"/>
              </a:spcAft>
              <a:buClr>
                <a:schemeClr val="accent2"/>
              </a:buClr>
              <a:buSzPts val="1600"/>
              <a:buFont typeface="Newsreader"/>
              <a:buChar char="➔"/>
            </a:pPr>
            <a:r>
              <a:t/>
            </a:r>
            <a:endParaRPr sz="1600">
              <a:solidFill>
                <a:schemeClr val="accent2"/>
              </a:solidFill>
              <a:latin typeface="Newsreader"/>
              <a:ea typeface="Newsreader"/>
              <a:cs typeface="Newsreader"/>
              <a:sym typeface="Newsreader"/>
            </a:endParaRPr>
          </a:p>
        </p:txBody>
      </p:sp>
      <p:sp>
        <p:nvSpPr>
          <p:cNvPr id="494" name="Google Shape;494;p56"/>
          <p:cNvSpPr txBox="1"/>
          <p:nvPr/>
        </p:nvSpPr>
        <p:spPr>
          <a:xfrm>
            <a:off x="8437295" y="4143159"/>
            <a:ext cx="500100" cy="356400"/>
          </a:xfrm>
          <a:prstGeom prst="rect">
            <a:avLst/>
          </a:prstGeom>
          <a:noFill/>
          <a:ln>
            <a:noFill/>
          </a:ln>
        </p:spPr>
        <p:txBody>
          <a:bodyPr anchorCtr="0" anchor="ctr" bIns="91425" lIns="91425" spcFirstLastPara="1" rIns="137150" wrap="square" tIns="91425">
            <a:noAutofit/>
          </a:bodyPr>
          <a:lstStyle/>
          <a:p>
            <a:pPr indent="-330200" lvl="0" marL="457200" rtl="0" algn="r">
              <a:spcBef>
                <a:spcPts val="0"/>
              </a:spcBef>
              <a:spcAft>
                <a:spcPts val="0"/>
              </a:spcAft>
              <a:buClr>
                <a:schemeClr val="accent2"/>
              </a:buClr>
              <a:buSzPts val="1600"/>
              <a:buFont typeface="Newsreader"/>
              <a:buChar char="➔"/>
            </a:pPr>
            <a:r>
              <a:t/>
            </a:r>
            <a:endParaRPr sz="1600">
              <a:solidFill>
                <a:schemeClr val="accent2"/>
              </a:solidFill>
              <a:latin typeface="Newsreader"/>
              <a:ea typeface="Newsreader"/>
              <a:cs typeface="Newsreader"/>
              <a:sym typeface="Newsread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7"/>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What drives player efficiency?</a:t>
            </a:r>
            <a:endParaRPr/>
          </a:p>
        </p:txBody>
      </p:sp>
      <p:sp>
        <p:nvSpPr>
          <p:cNvPr id="500" name="Google Shape;500;p57"/>
          <p:cNvSpPr txBox="1"/>
          <p:nvPr>
            <p:ph type="title"/>
          </p:nvPr>
        </p:nvSpPr>
        <p:spPr>
          <a:xfrm>
            <a:off x="361975" y="962092"/>
            <a:ext cx="57186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Main Research Questions</a:t>
            </a:r>
            <a:endParaRPr/>
          </a:p>
        </p:txBody>
      </p:sp>
      <p:sp>
        <p:nvSpPr>
          <p:cNvPr id="501" name="Google Shape;501;p57"/>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Are certain playstyles more efficient than others?</a:t>
            </a:r>
            <a:endParaRPr/>
          </a:p>
        </p:txBody>
      </p:sp>
      <p:sp>
        <p:nvSpPr>
          <p:cNvPr id="502" name="Google Shape;502;p57"/>
          <p:cNvSpPr txBox="1"/>
          <p:nvPr>
            <p:ph idx="6" type="subTitle"/>
          </p:nvPr>
        </p:nvSpPr>
        <p:spPr>
          <a:xfrm>
            <a:off x="3411150" y="3864775"/>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Is there a way to identify overperforming players?</a:t>
            </a:r>
            <a:endParaRPr/>
          </a:p>
        </p:txBody>
      </p:sp>
      <p:sp>
        <p:nvSpPr>
          <p:cNvPr id="503" name="Google Shape;503;p57"/>
          <p:cNvSpPr txBox="1"/>
          <p:nvPr>
            <p:ph idx="8" type="subTitle"/>
          </p:nvPr>
        </p:nvSpPr>
        <p:spPr>
          <a:xfrm>
            <a:off x="363200" y="3864775"/>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Is there a way to identify underperforming players?</a:t>
            </a:r>
            <a:endParaRPr/>
          </a:p>
        </p:txBody>
      </p:sp>
      <p:sp>
        <p:nvSpPr>
          <p:cNvPr id="504" name="Google Shape;504;p57"/>
          <p:cNvSpPr txBox="1"/>
          <p:nvPr>
            <p:ph idx="4" type="subTitle"/>
          </p:nvPr>
        </p:nvSpPr>
        <p:spPr>
          <a:xfrm>
            <a:off x="6459100" y="2765550"/>
            <a:ext cx="2321700" cy="11445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What makes a player good? How can we identify them?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58"/>
          <p:cNvSpPr txBox="1"/>
          <p:nvPr>
            <p:ph type="title"/>
          </p:nvPr>
        </p:nvSpPr>
        <p:spPr>
          <a:xfrm>
            <a:off x="4975925" y="989088"/>
            <a:ext cx="3783600" cy="5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Data Overview</a:t>
            </a:r>
            <a:endParaRPr/>
          </a:p>
        </p:txBody>
      </p:sp>
      <p:pic>
        <p:nvPicPr>
          <p:cNvPr descr="Data Analysis for Business and Finance Concept (Provided by Getty Images)" id="510" name="Google Shape;510;p58"/>
          <p:cNvPicPr preferRelativeResize="0"/>
          <p:nvPr>
            <p:ph idx="2" type="pic"/>
          </p:nvPr>
        </p:nvPicPr>
        <p:blipFill rotWithShape="1">
          <a:blip r:embed="rId3">
            <a:alphaModFix/>
          </a:blip>
          <a:srcRect b="0" l="20406" r="20412" t="0"/>
          <a:stretch/>
        </p:blipFill>
        <p:spPr>
          <a:xfrm flipH="1">
            <a:off x="953803" y="1066100"/>
            <a:ext cx="2664300" cy="3002700"/>
          </a:xfrm>
          <a:prstGeom prst="rect">
            <a:avLst/>
          </a:prstGeom>
        </p:spPr>
      </p:pic>
      <p:sp>
        <p:nvSpPr>
          <p:cNvPr id="511" name="Google Shape;511;p58"/>
          <p:cNvSpPr txBox="1"/>
          <p:nvPr>
            <p:ph idx="1" type="body"/>
          </p:nvPr>
        </p:nvSpPr>
        <p:spPr>
          <a:xfrm>
            <a:off x="4975925" y="4125662"/>
            <a:ext cx="3783600" cy="461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All data is publicly available and pulled from basketball-</a:t>
            </a:r>
            <a:r>
              <a:rPr lang="en"/>
              <a:t>reference</a:t>
            </a:r>
            <a:r>
              <a:rPr lang="en"/>
              <a:t>.com . Additionally it is subset to players who have at least 5 minutes played per game</a:t>
            </a:r>
            <a:endParaRPr/>
          </a:p>
        </p:txBody>
      </p:sp>
      <p:sp>
        <p:nvSpPr>
          <p:cNvPr id="512" name="Google Shape;512;p58"/>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3" name="Google Shape;513;p58"/>
          <p:cNvSpPr txBox="1"/>
          <p:nvPr>
            <p:ph idx="3" type="body"/>
          </p:nvPr>
        </p:nvSpPr>
        <p:spPr>
          <a:xfrm>
            <a:off x="4975925" y="1943891"/>
            <a:ext cx="3783600" cy="124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The data used in this analysis is the player data from the 2024-2025 NBA Season. It includes a mixture of a players box stats and advanced stats across the season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5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Player: the players name</a:t>
            </a:r>
            <a:endParaRPr/>
          </a:p>
          <a:p>
            <a:pPr indent="-304800" lvl="0" marL="457200" rtl="0" algn="l">
              <a:spcBef>
                <a:spcPts val="0"/>
              </a:spcBef>
              <a:spcAft>
                <a:spcPts val="0"/>
              </a:spcAft>
              <a:buSzPts val="1200"/>
              <a:buChar char="●"/>
            </a:pPr>
            <a:r>
              <a:rPr lang="en"/>
              <a:t>Age: the players age in years</a:t>
            </a:r>
            <a:endParaRPr/>
          </a:p>
          <a:p>
            <a:pPr indent="-304800" lvl="0" marL="457200" rtl="0" algn="l">
              <a:spcBef>
                <a:spcPts val="0"/>
              </a:spcBef>
              <a:spcAft>
                <a:spcPts val="0"/>
              </a:spcAft>
              <a:buSzPts val="1200"/>
              <a:buChar char="●"/>
            </a:pPr>
            <a:r>
              <a:rPr lang="en"/>
              <a:t>Team: the team that player played for</a:t>
            </a:r>
            <a:endParaRPr/>
          </a:p>
          <a:p>
            <a:pPr indent="-304800" lvl="0" marL="457200" rtl="0" algn="l">
              <a:spcBef>
                <a:spcPts val="0"/>
              </a:spcBef>
              <a:spcAft>
                <a:spcPts val="0"/>
              </a:spcAft>
              <a:buSzPts val="1200"/>
              <a:buChar char="●"/>
            </a:pPr>
            <a:r>
              <a:rPr lang="en"/>
              <a:t>Pos: player's position</a:t>
            </a:r>
            <a:endParaRPr/>
          </a:p>
          <a:p>
            <a:pPr indent="-304800" lvl="0" marL="457200" rtl="0" algn="l">
              <a:spcBef>
                <a:spcPts val="0"/>
              </a:spcBef>
              <a:spcAft>
                <a:spcPts val="0"/>
              </a:spcAft>
              <a:buSzPts val="1200"/>
              <a:buChar char="●"/>
            </a:pPr>
            <a:r>
              <a:rPr lang="en"/>
              <a:t>G: How many games that player played for that team in the 2024-2025 season</a:t>
            </a:r>
            <a:endParaRPr/>
          </a:p>
          <a:p>
            <a:pPr indent="-304800" lvl="0" marL="457200" rtl="0" algn="l">
              <a:spcBef>
                <a:spcPts val="0"/>
              </a:spcBef>
              <a:spcAft>
                <a:spcPts val="0"/>
              </a:spcAft>
              <a:buSzPts val="1200"/>
              <a:buChar char="●"/>
            </a:pPr>
            <a:r>
              <a:rPr lang="en"/>
              <a:t>GS: How many games that player started for that team in the 2024-2025 season</a:t>
            </a:r>
            <a:endParaRPr/>
          </a:p>
          <a:p>
            <a:pPr indent="-304800" lvl="0" marL="457200" rtl="0" algn="l">
              <a:spcBef>
                <a:spcPts val="0"/>
              </a:spcBef>
              <a:spcAft>
                <a:spcPts val="0"/>
              </a:spcAft>
              <a:buSzPts val="1200"/>
              <a:buChar char="●"/>
            </a:pPr>
            <a:r>
              <a:rPr lang="en"/>
              <a:t>MP: Average minutes per game that player played (both the box score stats and the advanced stats had minutes per game so it's duplicated in MP_x and MP_y)</a:t>
            </a:r>
            <a:endParaRPr/>
          </a:p>
          <a:p>
            <a:pPr indent="-304800" lvl="0" marL="457200" rtl="0" algn="l">
              <a:spcBef>
                <a:spcPts val="0"/>
              </a:spcBef>
              <a:spcAft>
                <a:spcPts val="0"/>
              </a:spcAft>
              <a:buSzPts val="1200"/>
              <a:buChar char="●"/>
            </a:pPr>
            <a:r>
              <a:rPr lang="en"/>
              <a:t>FG: Average number of field goals that player made per game in the 2024-2025 season</a:t>
            </a:r>
            <a:endParaRPr/>
          </a:p>
          <a:p>
            <a:pPr indent="-304800" lvl="0" marL="457200" rtl="0" algn="l">
              <a:spcBef>
                <a:spcPts val="0"/>
              </a:spcBef>
              <a:spcAft>
                <a:spcPts val="0"/>
              </a:spcAft>
              <a:buSzPts val="1200"/>
              <a:buChar char="●"/>
            </a:pPr>
            <a:r>
              <a:rPr lang="en"/>
              <a:t>FGA: Average number of field goals that player attempted per game in the 2024-2025 season</a:t>
            </a:r>
            <a:endParaRPr/>
          </a:p>
          <a:p>
            <a:pPr indent="-304800" lvl="0" marL="457200" rtl="0" algn="l">
              <a:spcBef>
                <a:spcPts val="0"/>
              </a:spcBef>
              <a:spcAft>
                <a:spcPts val="0"/>
              </a:spcAft>
              <a:buSzPts val="1200"/>
              <a:buChar char="●"/>
            </a:pPr>
            <a:r>
              <a:rPr lang="en"/>
              <a:t>FG%: percentage of field goals made for that player in the 2024-2025 season</a:t>
            </a:r>
            <a:endParaRPr/>
          </a:p>
          <a:p>
            <a:pPr indent="-304800" lvl="0" marL="457200" rtl="0" algn="l">
              <a:spcBef>
                <a:spcPts val="0"/>
              </a:spcBef>
              <a:spcAft>
                <a:spcPts val="0"/>
              </a:spcAft>
              <a:buSzPts val="1200"/>
              <a:buChar char="●"/>
            </a:pPr>
            <a:r>
              <a:rPr lang="en"/>
              <a:t>3P: average number of three pointers that player made per game in the 2024-2025 season</a:t>
            </a:r>
            <a:endParaRPr/>
          </a:p>
          <a:p>
            <a:pPr indent="-304800" lvl="0" marL="457200" rtl="0" algn="l">
              <a:spcBef>
                <a:spcPts val="0"/>
              </a:spcBef>
              <a:spcAft>
                <a:spcPts val="0"/>
              </a:spcAft>
              <a:buSzPts val="1200"/>
              <a:buChar char="●"/>
            </a:pPr>
            <a:r>
              <a:rPr lang="en"/>
              <a:t>3PA: average number of three pointers attempted by that player per game in the 2024-2025 season</a:t>
            </a:r>
            <a:endParaRPr/>
          </a:p>
          <a:p>
            <a:pPr indent="-304800" lvl="0" marL="457200" rtl="0" algn="l">
              <a:spcBef>
                <a:spcPts val="0"/>
              </a:spcBef>
              <a:spcAft>
                <a:spcPts val="0"/>
              </a:spcAft>
              <a:buSzPts val="1200"/>
              <a:buChar char="●"/>
            </a:pPr>
            <a:r>
              <a:rPr lang="en"/>
              <a:t>3P%: percentage of three pointers made by that player in the 2024-2025 season</a:t>
            </a:r>
            <a:endParaRPr/>
          </a:p>
          <a:p>
            <a:pPr indent="-304800" lvl="0" marL="457200" rtl="0" algn="l">
              <a:spcBef>
                <a:spcPts val="0"/>
              </a:spcBef>
              <a:spcAft>
                <a:spcPts val="0"/>
              </a:spcAft>
              <a:buSzPts val="1200"/>
              <a:buChar char="●"/>
            </a:pPr>
            <a:r>
              <a:rPr lang="en"/>
              <a:t>2P: average number of two pointers made per game by that player in the 2024-2025 season</a:t>
            </a:r>
            <a:endParaRPr/>
          </a:p>
          <a:p>
            <a:pPr indent="-304800" lvl="0" marL="457200" rtl="0" algn="l">
              <a:spcBef>
                <a:spcPts val="0"/>
              </a:spcBef>
              <a:spcAft>
                <a:spcPts val="0"/>
              </a:spcAft>
              <a:buSzPts val="1200"/>
              <a:buChar char="●"/>
            </a:pPr>
            <a:r>
              <a:rPr lang="en"/>
              <a:t>2PA: average number of two pointers attempted by that player per game in the 2024-2025 season</a:t>
            </a:r>
            <a:endParaRPr/>
          </a:p>
          <a:p>
            <a:pPr indent="-304800" lvl="0" marL="457200" rtl="0" algn="l">
              <a:spcBef>
                <a:spcPts val="0"/>
              </a:spcBef>
              <a:spcAft>
                <a:spcPts val="0"/>
              </a:spcAft>
              <a:buSzPts val="1200"/>
              <a:buChar char="●"/>
            </a:pPr>
            <a:r>
              <a:rPr lang="en"/>
              <a:t>2P%: percentage of two pointers made by that player in the 2024-2025 season</a:t>
            </a:r>
            <a:endParaRPr/>
          </a:p>
          <a:p>
            <a:pPr indent="-304800" lvl="0" marL="457200" rtl="0" algn="l">
              <a:spcBef>
                <a:spcPts val="0"/>
              </a:spcBef>
              <a:spcAft>
                <a:spcPts val="0"/>
              </a:spcAft>
              <a:buSzPts val="1200"/>
              <a:buChar char="●"/>
            </a:pPr>
            <a:r>
              <a:rPr lang="en"/>
              <a:t>eFG%: That players effective field goal percentage for the 2024-2025 season</a:t>
            </a:r>
            <a:endParaRPr/>
          </a:p>
        </p:txBody>
      </p:sp>
      <p:sp>
        <p:nvSpPr>
          <p:cNvPr id="519" name="Google Shape;519;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Box Stats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6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Box Stats - Continued</a:t>
            </a:r>
            <a:endParaRPr/>
          </a:p>
        </p:txBody>
      </p:sp>
      <p:sp>
        <p:nvSpPr>
          <p:cNvPr id="525" name="Google Shape;525;p6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FT: average number of free throws made by that player per game for the 2024-2025 season</a:t>
            </a:r>
            <a:endParaRPr/>
          </a:p>
          <a:p>
            <a:pPr indent="-304800" lvl="0" marL="457200" rtl="0" algn="l">
              <a:spcBef>
                <a:spcPts val="0"/>
              </a:spcBef>
              <a:spcAft>
                <a:spcPts val="0"/>
              </a:spcAft>
              <a:buSzPts val="1200"/>
              <a:buChar char="●"/>
            </a:pPr>
            <a:r>
              <a:rPr lang="en"/>
              <a:t>FTA: average number of free throws attempted by that player per game for the 2024-2025 season</a:t>
            </a:r>
            <a:endParaRPr/>
          </a:p>
          <a:p>
            <a:pPr indent="-304800" lvl="0" marL="457200" rtl="0" algn="l">
              <a:spcBef>
                <a:spcPts val="0"/>
              </a:spcBef>
              <a:spcAft>
                <a:spcPts val="0"/>
              </a:spcAft>
              <a:buSzPts val="1200"/>
              <a:buChar char="●"/>
            </a:pPr>
            <a:r>
              <a:rPr lang="en"/>
              <a:t>FT%: percentage of made free throws for that player in the 2024-2025 season</a:t>
            </a:r>
            <a:endParaRPr/>
          </a:p>
          <a:p>
            <a:pPr indent="-304800" lvl="0" marL="457200" rtl="0" algn="l">
              <a:spcBef>
                <a:spcPts val="0"/>
              </a:spcBef>
              <a:spcAft>
                <a:spcPts val="0"/>
              </a:spcAft>
              <a:buSzPts val="1200"/>
              <a:buChar char="●"/>
            </a:pPr>
            <a:r>
              <a:rPr lang="en"/>
              <a:t>ORB: average number of offensive rebounds per game for that player in the 2024-2025 season</a:t>
            </a:r>
            <a:endParaRPr/>
          </a:p>
          <a:p>
            <a:pPr indent="-304800" lvl="0" marL="457200" rtl="0" algn="l">
              <a:spcBef>
                <a:spcPts val="0"/>
              </a:spcBef>
              <a:spcAft>
                <a:spcPts val="0"/>
              </a:spcAft>
              <a:buSzPts val="1200"/>
              <a:buChar char="●"/>
            </a:pPr>
            <a:r>
              <a:rPr lang="en"/>
              <a:t>DRB: average number of deffensive rebounds per game for that player in the 2024-2025 season</a:t>
            </a:r>
            <a:endParaRPr/>
          </a:p>
          <a:p>
            <a:pPr indent="-304800" lvl="0" marL="457200" rtl="0" algn="l">
              <a:spcBef>
                <a:spcPts val="0"/>
              </a:spcBef>
              <a:spcAft>
                <a:spcPts val="0"/>
              </a:spcAft>
              <a:buSzPts val="1200"/>
              <a:buChar char="●"/>
            </a:pPr>
            <a:r>
              <a:rPr lang="en"/>
              <a:t>TRB: average number of total rebounds per game for that player in the 2024-2025 season</a:t>
            </a:r>
            <a:endParaRPr/>
          </a:p>
          <a:p>
            <a:pPr indent="-304800" lvl="0" marL="457200" rtl="0" algn="l">
              <a:spcBef>
                <a:spcPts val="0"/>
              </a:spcBef>
              <a:spcAft>
                <a:spcPts val="0"/>
              </a:spcAft>
              <a:buSzPts val="1200"/>
              <a:buChar char="●"/>
            </a:pPr>
            <a:r>
              <a:rPr lang="en"/>
              <a:t>AST: average number of assists for that player per game for the 2024-2025 season</a:t>
            </a:r>
            <a:endParaRPr/>
          </a:p>
          <a:p>
            <a:pPr indent="-304800" lvl="0" marL="457200" rtl="0" algn="l">
              <a:spcBef>
                <a:spcPts val="0"/>
              </a:spcBef>
              <a:spcAft>
                <a:spcPts val="0"/>
              </a:spcAft>
              <a:buSzPts val="1200"/>
              <a:buChar char="●"/>
            </a:pPr>
            <a:r>
              <a:rPr lang="en"/>
              <a:t>STL: average number of steals per game for that player in the 2024-2025 season</a:t>
            </a:r>
            <a:endParaRPr/>
          </a:p>
          <a:p>
            <a:pPr indent="-304800" lvl="0" marL="457200" rtl="0" algn="l">
              <a:spcBef>
                <a:spcPts val="0"/>
              </a:spcBef>
              <a:spcAft>
                <a:spcPts val="0"/>
              </a:spcAft>
              <a:buSzPts val="1200"/>
              <a:buChar char="●"/>
            </a:pPr>
            <a:r>
              <a:rPr lang="en"/>
              <a:t>BLK: average number of blocks per game for that player in the 2024-2025 season</a:t>
            </a:r>
            <a:endParaRPr/>
          </a:p>
          <a:p>
            <a:pPr indent="-304800" lvl="0" marL="457200" rtl="0" algn="l">
              <a:spcBef>
                <a:spcPts val="0"/>
              </a:spcBef>
              <a:spcAft>
                <a:spcPts val="0"/>
              </a:spcAft>
              <a:buSzPts val="1200"/>
              <a:buChar char="●"/>
            </a:pPr>
            <a:r>
              <a:rPr lang="en"/>
              <a:t>TOV: average number of turnovers per game for that player in the 2024-2025 season</a:t>
            </a:r>
            <a:endParaRPr/>
          </a:p>
          <a:p>
            <a:pPr indent="-304800" lvl="0" marL="457200" rtl="0" algn="l">
              <a:spcBef>
                <a:spcPts val="0"/>
              </a:spcBef>
              <a:spcAft>
                <a:spcPts val="0"/>
              </a:spcAft>
              <a:buSzPts val="1200"/>
              <a:buChar char="●"/>
            </a:pPr>
            <a:r>
              <a:rPr lang="en"/>
              <a:t>PF: average number of personal fouls per game for that player in the 2024-2025 season</a:t>
            </a:r>
            <a:endParaRPr/>
          </a:p>
          <a:p>
            <a:pPr indent="-304800" lvl="0" marL="457200" rtl="0" algn="l">
              <a:spcBef>
                <a:spcPts val="0"/>
              </a:spcBef>
              <a:spcAft>
                <a:spcPts val="0"/>
              </a:spcAft>
              <a:buSzPts val="1200"/>
              <a:buChar char="●"/>
            </a:pPr>
            <a:r>
              <a:rPr lang="en"/>
              <a:t>PTS: average number of points per game for that player in the 2024-2025 season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Advanced Stats</a:t>
            </a:r>
            <a:endParaRPr/>
          </a:p>
        </p:txBody>
      </p:sp>
      <p:sp>
        <p:nvSpPr>
          <p:cNvPr id="531" name="Google Shape;531;p6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a:t>PER</a:t>
            </a:r>
            <a:r>
              <a:rPr lang="en"/>
              <a:t>: that players Player Efficiency Rating for the 2024-2025 season</a:t>
            </a:r>
            <a:endParaRPr/>
          </a:p>
          <a:p>
            <a:pPr indent="-304800" lvl="0" marL="457200" rtl="0" algn="l">
              <a:spcBef>
                <a:spcPts val="0"/>
              </a:spcBef>
              <a:spcAft>
                <a:spcPts val="0"/>
              </a:spcAft>
              <a:buSzPts val="1200"/>
              <a:buChar char="●"/>
            </a:pPr>
            <a:r>
              <a:rPr lang="en"/>
              <a:t>TS%: true shooting percentage, a percentage of made shots taking into account two pointers, three pointers and free throws</a:t>
            </a:r>
            <a:endParaRPr/>
          </a:p>
          <a:p>
            <a:pPr indent="-304800" lvl="0" marL="457200" rtl="0" algn="l">
              <a:spcBef>
                <a:spcPts val="0"/>
              </a:spcBef>
              <a:spcAft>
                <a:spcPts val="0"/>
              </a:spcAft>
              <a:buSzPts val="1200"/>
              <a:buChar char="●"/>
            </a:pPr>
            <a:r>
              <a:rPr lang="en"/>
              <a:t>3PAr: three point attempt rate, percentage of shot attempts that were three pointers</a:t>
            </a:r>
            <a:endParaRPr/>
          </a:p>
          <a:p>
            <a:pPr indent="-304800" lvl="0" marL="457200" rtl="0" algn="l">
              <a:spcBef>
                <a:spcPts val="0"/>
              </a:spcBef>
              <a:spcAft>
                <a:spcPts val="0"/>
              </a:spcAft>
              <a:buSzPts val="1200"/>
              <a:buChar char="●"/>
            </a:pPr>
            <a:r>
              <a:rPr lang="en"/>
              <a:t>FTr: free throw attempt rate, number of FT attempts per FG attempt</a:t>
            </a:r>
            <a:endParaRPr/>
          </a:p>
          <a:p>
            <a:pPr indent="-304800" lvl="0" marL="457200" rtl="0" algn="l">
              <a:spcBef>
                <a:spcPts val="0"/>
              </a:spcBef>
              <a:spcAft>
                <a:spcPts val="0"/>
              </a:spcAft>
              <a:buSzPts val="1200"/>
              <a:buChar char="●"/>
            </a:pPr>
            <a:r>
              <a:rPr lang="en"/>
              <a:t>ORB%: offensive rebound percentage, percentage of possible offensive rebounds obtained by the player</a:t>
            </a:r>
            <a:endParaRPr/>
          </a:p>
          <a:p>
            <a:pPr indent="-304800" lvl="0" marL="457200" rtl="0" algn="l">
              <a:spcBef>
                <a:spcPts val="0"/>
              </a:spcBef>
              <a:spcAft>
                <a:spcPts val="0"/>
              </a:spcAft>
              <a:buSzPts val="1200"/>
              <a:buChar char="●"/>
            </a:pPr>
            <a:r>
              <a:rPr lang="en"/>
              <a:t>DRB%: deffensive rebound percentage, percentage of possible deffensive rebounds obtained by the player</a:t>
            </a:r>
            <a:endParaRPr/>
          </a:p>
          <a:p>
            <a:pPr indent="-304800" lvl="0" marL="457200" rtl="0" algn="l">
              <a:spcBef>
                <a:spcPts val="0"/>
              </a:spcBef>
              <a:spcAft>
                <a:spcPts val="0"/>
              </a:spcAft>
              <a:buSzPts val="1200"/>
              <a:buChar char="●"/>
            </a:pPr>
            <a:r>
              <a:rPr lang="en"/>
              <a:t>TRB%: total rebound percentage, percentage of total possible rebounds obtained by the player</a:t>
            </a:r>
            <a:endParaRPr/>
          </a:p>
          <a:p>
            <a:pPr indent="-304800" lvl="0" marL="457200" rtl="0" algn="l">
              <a:spcBef>
                <a:spcPts val="0"/>
              </a:spcBef>
              <a:spcAft>
                <a:spcPts val="0"/>
              </a:spcAft>
              <a:buSzPts val="1200"/>
              <a:buChar char="●"/>
            </a:pPr>
            <a:r>
              <a:rPr lang="en"/>
              <a:t>AST%: assist percentage, estimate of the percentage of teammate field goals player assisted while on the floor</a:t>
            </a:r>
            <a:endParaRPr/>
          </a:p>
          <a:p>
            <a:pPr indent="-304800" lvl="0" marL="457200" rtl="0" algn="l">
              <a:spcBef>
                <a:spcPts val="0"/>
              </a:spcBef>
              <a:spcAft>
                <a:spcPts val="0"/>
              </a:spcAft>
              <a:buSzPts val="1200"/>
              <a:buChar char="●"/>
            </a:pPr>
            <a:r>
              <a:rPr lang="en"/>
              <a:t>STL%: steal percentage, estimate of the percentage of opponent posession ended with a steal by the player while they were on the floor</a:t>
            </a:r>
            <a:endParaRPr/>
          </a:p>
          <a:p>
            <a:pPr indent="-304800" lvl="0" marL="457200" rtl="0" algn="l">
              <a:spcBef>
                <a:spcPts val="0"/>
              </a:spcBef>
              <a:spcAft>
                <a:spcPts val="0"/>
              </a:spcAft>
              <a:buSzPts val="1200"/>
              <a:buChar char="●"/>
            </a:pPr>
            <a:r>
              <a:rPr lang="en"/>
              <a:t>BLK%: block percentage, estimate of the percentage of opponent 2 point attempts blocked by the player while they were on the floor</a:t>
            </a:r>
            <a:endParaRPr/>
          </a:p>
          <a:p>
            <a:pPr indent="-304800" lvl="0" marL="457200" rtl="0" algn="l">
              <a:spcBef>
                <a:spcPts val="0"/>
              </a:spcBef>
              <a:spcAft>
                <a:spcPts val="0"/>
              </a:spcAft>
              <a:buSzPts val="1200"/>
              <a:buChar char="●"/>
            </a:pPr>
            <a:r>
              <a:rPr lang="en"/>
              <a:t>TOV%: turnover percentage, estimate of number of turnovers by player made in 100 possessions</a:t>
            </a:r>
            <a:endParaRPr/>
          </a:p>
          <a:p>
            <a:pPr indent="-304800" lvl="0" marL="457200" rtl="0" algn="l">
              <a:spcBef>
                <a:spcPts val="0"/>
              </a:spcBef>
              <a:spcAft>
                <a:spcPts val="0"/>
              </a:spcAft>
              <a:buSzPts val="1200"/>
              <a:buChar char="●"/>
            </a:pPr>
            <a:r>
              <a:rPr lang="en"/>
              <a:t>USG%: usage percentage, estimate of percentage of team plays used by a player while on the floor</a:t>
            </a:r>
            <a:endParaRPr/>
          </a:p>
          <a:p>
            <a:pPr indent="-304800" lvl="0" marL="457200" rtl="0" algn="l">
              <a:spcBef>
                <a:spcPts val="0"/>
              </a:spcBef>
              <a:spcAft>
                <a:spcPts val="0"/>
              </a:spcAft>
              <a:buSzPts val="1200"/>
              <a:buChar char="●"/>
            </a:pPr>
            <a:r>
              <a:rPr lang="en"/>
              <a:t>OWS: offensive win shares, estimate of number of wins a player contributed based purely on offense</a:t>
            </a:r>
            <a:endParaRPr/>
          </a:p>
          <a:p>
            <a:pPr indent="-304800" lvl="0" marL="457200" rtl="0" algn="l">
              <a:spcBef>
                <a:spcPts val="0"/>
              </a:spcBef>
              <a:spcAft>
                <a:spcPts val="0"/>
              </a:spcAft>
              <a:buSzPts val="1200"/>
              <a:buChar char="●"/>
            </a:pPr>
            <a:r>
              <a:rPr lang="en"/>
              <a:t>DWS: deffensive win shares, estimate of number of wins a player contributed base purely on defense</a:t>
            </a:r>
            <a:endParaRPr/>
          </a:p>
          <a:p>
            <a:pPr indent="-304800" lvl="0" marL="457200" rtl="0" algn="l">
              <a:spcBef>
                <a:spcPts val="0"/>
              </a:spcBef>
              <a:spcAft>
                <a:spcPts val="0"/>
              </a:spcAft>
              <a:buSzPts val="1200"/>
              <a:buChar char="●"/>
            </a:pPr>
            <a:r>
              <a:rPr b="1" lang="en"/>
              <a:t>WS</a:t>
            </a:r>
            <a:r>
              <a:rPr lang="en"/>
              <a:t>: win shares, estimate of number of wins contributed by a player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Advanced Stats - Continued</a:t>
            </a:r>
            <a:endParaRPr/>
          </a:p>
        </p:txBody>
      </p:sp>
      <p:sp>
        <p:nvSpPr>
          <p:cNvPr id="537" name="Google Shape;537;p6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WS/48: win shares per 48 minutes, estimate of number of wins contributed by a player in 48 minutes (league average is ~ 0.1)</a:t>
            </a:r>
            <a:endParaRPr/>
          </a:p>
          <a:p>
            <a:pPr indent="-304800" lvl="0" marL="457200" rtl="0" algn="l">
              <a:spcBef>
                <a:spcPts val="0"/>
              </a:spcBef>
              <a:spcAft>
                <a:spcPts val="0"/>
              </a:spcAft>
              <a:buSzPts val="1200"/>
              <a:buChar char="●"/>
            </a:pPr>
            <a:r>
              <a:rPr lang="en"/>
              <a:t>OBPM: offensive box plus minus, box score estimate of offensive points per 100 possesions a player contributed above a league average player on an average team</a:t>
            </a:r>
            <a:endParaRPr/>
          </a:p>
          <a:p>
            <a:pPr indent="-304800" lvl="0" marL="457200" rtl="0" algn="l">
              <a:spcBef>
                <a:spcPts val="0"/>
              </a:spcBef>
              <a:spcAft>
                <a:spcPts val="0"/>
              </a:spcAft>
              <a:buSzPts val="1200"/>
              <a:buChar char="●"/>
            </a:pPr>
            <a:r>
              <a:rPr lang="en"/>
              <a:t>DBPM: deffensive box plus minus, box score estimate of deffensive points per 100 possesions a player contributed above a league average player on an average team</a:t>
            </a:r>
            <a:endParaRPr/>
          </a:p>
          <a:p>
            <a:pPr indent="-304800" lvl="0" marL="457200" rtl="0" algn="l">
              <a:spcBef>
                <a:spcPts val="0"/>
              </a:spcBef>
              <a:spcAft>
                <a:spcPts val="0"/>
              </a:spcAft>
              <a:buSzPts val="1200"/>
              <a:buChar char="●"/>
            </a:pPr>
            <a:r>
              <a:rPr lang="en"/>
              <a:t>BPM: box plus minus, box score estimate of total points per 100 possesions a player contributed above a league average player on an average team</a:t>
            </a:r>
            <a:endParaRPr/>
          </a:p>
          <a:p>
            <a:pPr indent="-304800" lvl="0" marL="457200" rtl="0" algn="l">
              <a:spcBef>
                <a:spcPts val="0"/>
              </a:spcBef>
              <a:spcAft>
                <a:spcPts val="0"/>
              </a:spcAft>
              <a:buSzPts val="1200"/>
              <a:buChar char="●"/>
            </a:pPr>
            <a:r>
              <a:rPr lang="en"/>
              <a:t>VORP: value over replacement player, box score estimate of total points per 100 team possesions that a player contributed above a replace player on an average team</a:t>
            </a:r>
            <a:endParaRPr/>
          </a:p>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pic>
        <p:nvPicPr>
          <p:cNvPr descr="Business process and workflow automation with flowchart. Hand holding wooden cube block arranging processing management on yellow background (Provided by Getty Images)" id="542" name="Google Shape;542;p63"/>
          <p:cNvPicPr preferRelativeResize="0"/>
          <p:nvPr>
            <p:ph idx="2" type="pic"/>
          </p:nvPr>
        </p:nvPicPr>
        <p:blipFill rotWithShape="1">
          <a:blip r:embed="rId3">
            <a:alphaModFix/>
          </a:blip>
          <a:srcRect b="0" l="31593" r="31589" t="0"/>
          <a:stretch/>
        </p:blipFill>
        <p:spPr>
          <a:xfrm>
            <a:off x="361975" y="781775"/>
            <a:ext cx="2872801" cy="3783300"/>
          </a:xfrm>
          <a:prstGeom prst="rect">
            <a:avLst/>
          </a:prstGeom>
        </p:spPr>
      </p:pic>
      <p:sp>
        <p:nvSpPr>
          <p:cNvPr id="543" name="Google Shape;543;p63"/>
          <p:cNvSpPr txBox="1"/>
          <p:nvPr>
            <p:ph type="title"/>
          </p:nvPr>
        </p:nvSpPr>
        <p:spPr>
          <a:xfrm>
            <a:off x="3657600" y="1555450"/>
            <a:ext cx="5622000" cy="1750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Analysis Process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64"/>
          <p:cNvSpPr txBox="1"/>
          <p:nvPr>
            <p:ph idx="1" type="body"/>
          </p:nvPr>
        </p:nvSpPr>
        <p:spPr>
          <a:xfrm>
            <a:off x="483175" y="2417500"/>
            <a:ext cx="2455500" cy="1856400"/>
          </a:xfrm>
          <a:prstGeom prst="rect">
            <a:avLst/>
          </a:prstGeom>
        </p:spPr>
        <p:txBody>
          <a:bodyPr anchorCtr="0" anchor="t" bIns="91425" lIns="91425" spcFirstLastPara="1" rIns="91425" wrap="square" tIns="91425">
            <a:spAutoFit/>
          </a:bodyPr>
          <a:lstStyle/>
          <a:p>
            <a:pPr indent="0" lvl="0" marL="0" rtl="0" algn="l">
              <a:spcBef>
                <a:spcPts val="0"/>
              </a:spcBef>
              <a:spcAft>
                <a:spcPts val="800"/>
              </a:spcAft>
              <a:buNone/>
            </a:pPr>
            <a:r>
              <a:rPr lang="en"/>
              <a:t>When running the analysis it is important that we don’t essentially recreate the formulas for PER and WS, so we needed to find correlated variables that aren’t directly included in the calculation of PER and WS.</a:t>
            </a:r>
            <a:endParaRPr/>
          </a:p>
        </p:txBody>
      </p:sp>
      <p:sp>
        <p:nvSpPr>
          <p:cNvPr id="549" name="Google Shape;549;p6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Three: Predict With Clustering</a:t>
            </a:r>
            <a:endParaRPr/>
          </a:p>
        </p:txBody>
      </p:sp>
      <p:sp>
        <p:nvSpPr>
          <p:cNvPr id="550" name="Google Shape;550;p6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Finally, in order to predict over performers and under performers, a linear regression (base line) and random forest regression model (more advanced) will be fit using the variables found in step one and the clusters found in step two trying to predict WS and PER.</a:t>
            </a:r>
            <a:endParaRPr/>
          </a:p>
        </p:txBody>
      </p:sp>
      <p:sp>
        <p:nvSpPr>
          <p:cNvPr id="551" name="Google Shape;551;p6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Different play styles and player archetypes could have </a:t>
            </a:r>
            <a:r>
              <a:rPr lang="en"/>
              <a:t>different</a:t>
            </a:r>
            <a:r>
              <a:rPr lang="en"/>
              <a:t> effects on a players PER and WS. So in order to effectively determine if a player is an under performer or over performer, they should only be compared to players of a similar play style. So a kMeans clustering analysis is ran to determine how many </a:t>
            </a:r>
            <a:r>
              <a:rPr lang="en"/>
              <a:t>different</a:t>
            </a:r>
            <a:r>
              <a:rPr lang="en"/>
              <a:t> play style there are and to fit players into their playstyle.</a:t>
            </a:r>
            <a:endParaRPr/>
          </a:p>
        </p:txBody>
      </p:sp>
      <p:sp>
        <p:nvSpPr>
          <p:cNvPr id="552" name="Google Shape;552;p6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Analysis Process</a:t>
            </a:r>
            <a:endParaRPr/>
          </a:p>
        </p:txBody>
      </p:sp>
      <p:sp>
        <p:nvSpPr>
          <p:cNvPr id="553" name="Google Shape;553;p6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One: Find Correlated Variables</a:t>
            </a:r>
            <a:endParaRPr/>
          </a:p>
        </p:txBody>
      </p:sp>
      <p:sp>
        <p:nvSpPr>
          <p:cNvPr id="554" name="Google Shape;554;p6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Two: Cluster On Playstyle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pic>
        <p:nvPicPr>
          <p:cNvPr descr="Explaining results (Provided by Getty Images)" id="559" name="Google Shape;559;p65"/>
          <p:cNvPicPr preferRelativeResize="0"/>
          <p:nvPr>
            <p:ph idx="2" type="pic"/>
          </p:nvPr>
        </p:nvPicPr>
        <p:blipFill rotWithShape="1">
          <a:blip r:embed="rId3">
            <a:alphaModFix/>
          </a:blip>
          <a:srcRect b="0" l="23156" r="23156" t="0"/>
          <a:stretch/>
        </p:blipFill>
        <p:spPr>
          <a:xfrm>
            <a:off x="361975" y="781775"/>
            <a:ext cx="2872801" cy="3783298"/>
          </a:xfrm>
          <a:prstGeom prst="rect">
            <a:avLst/>
          </a:prstGeom>
        </p:spPr>
      </p:pic>
      <p:sp>
        <p:nvSpPr>
          <p:cNvPr id="560" name="Google Shape;560;p65"/>
          <p:cNvSpPr txBox="1"/>
          <p:nvPr>
            <p:ph type="title"/>
          </p:nvPr>
        </p:nvSpPr>
        <p:spPr>
          <a:xfrm>
            <a:off x="3657600" y="1555450"/>
            <a:ext cx="5622000" cy="1750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Current Results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pic>
        <p:nvPicPr>
          <p:cNvPr id="565" name="Google Shape;565;p66" title="per_spearman.png"/>
          <p:cNvPicPr preferRelativeResize="0"/>
          <p:nvPr>
            <p:ph idx="2" type="pic"/>
          </p:nvPr>
        </p:nvPicPr>
        <p:blipFill rotWithShape="1">
          <a:blip r:embed="rId3">
            <a:alphaModFix/>
          </a:blip>
          <a:srcRect b="0" l="0" r="0" t="5909"/>
          <a:stretch/>
        </p:blipFill>
        <p:spPr>
          <a:xfrm>
            <a:off x="4804825" y="959475"/>
            <a:ext cx="4027499" cy="2923925"/>
          </a:xfrm>
          <a:prstGeom prst="rect">
            <a:avLst/>
          </a:prstGeom>
        </p:spPr>
      </p:pic>
      <p:sp>
        <p:nvSpPr>
          <p:cNvPr id="566" name="Google Shape;566;p66"/>
          <p:cNvSpPr txBox="1"/>
          <p:nvPr>
            <p:ph idx="6" type="subTitle"/>
          </p:nvPr>
        </p:nvSpPr>
        <p:spPr>
          <a:xfrm>
            <a:off x="4789050" y="3883400"/>
            <a:ext cx="4027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Spearman Correlation</a:t>
            </a:r>
            <a:endParaRPr/>
          </a:p>
        </p:txBody>
      </p:sp>
      <p:sp>
        <p:nvSpPr>
          <p:cNvPr id="567" name="Google Shape;567;p66"/>
          <p:cNvSpPr txBox="1"/>
          <p:nvPr>
            <p:ph idx="5" type="subTitle"/>
          </p:nvPr>
        </p:nvSpPr>
        <p:spPr>
          <a:xfrm>
            <a:off x="311725" y="3883400"/>
            <a:ext cx="4027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Pearson Correlation</a:t>
            </a:r>
            <a:endParaRPr/>
          </a:p>
        </p:txBody>
      </p:sp>
      <p:pic>
        <p:nvPicPr>
          <p:cNvPr id="568" name="Google Shape;568;p66" title="per_pearson.png"/>
          <p:cNvPicPr preferRelativeResize="0"/>
          <p:nvPr>
            <p:ph idx="3" type="pic"/>
          </p:nvPr>
        </p:nvPicPr>
        <p:blipFill rotWithShape="1">
          <a:blip r:embed="rId4">
            <a:alphaModFix/>
          </a:blip>
          <a:srcRect b="0" l="0" r="0" t="5900"/>
          <a:stretch/>
        </p:blipFill>
        <p:spPr>
          <a:xfrm>
            <a:off x="311725" y="959475"/>
            <a:ext cx="4027499" cy="2923925"/>
          </a:xfrm>
          <a:prstGeom prst="rect">
            <a:avLst/>
          </a:prstGeom>
        </p:spPr>
      </p:pic>
      <p:sp>
        <p:nvSpPr>
          <p:cNvPr id="569" name="Google Shape;569;p6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 Correlation Analysis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pic>
        <p:nvPicPr>
          <p:cNvPr id="574" name="Google Shape;574;p67" title="ws_spearman.png"/>
          <p:cNvPicPr preferRelativeResize="0"/>
          <p:nvPr>
            <p:ph idx="2" type="pic"/>
          </p:nvPr>
        </p:nvPicPr>
        <p:blipFill rotWithShape="1">
          <a:blip r:embed="rId3">
            <a:alphaModFix/>
          </a:blip>
          <a:srcRect b="0" l="390" r="-390" t="0"/>
          <a:stretch/>
        </p:blipFill>
        <p:spPr>
          <a:xfrm>
            <a:off x="4804825" y="733350"/>
            <a:ext cx="4027500" cy="4410025"/>
          </a:xfrm>
          <a:prstGeom prst="rect">
            <a:avLst/>
          </a:prstGeom>
        </p:spPr>
      </p:pic>
      <p:pic>
        <p:nvPicPr>
          <p:cNvPr id="575" name="Google Shape;575;p67" title="ws_pearson.png"/>
          <p:cNvPicPr preferRelativeResize="0"/>
          <p:nvPr>
            <p:ph idx="3" type="pic"/>
          </p:nvPr>
        </p:nvPicPr>
        <p:blipFill rotWithShape="1">
          <a:blip r:embed="rId4">
            <a:alphaModFix/>
          </a:blip>
          <a:srcRect b="0" l="-110" r="110" t="0"/>
          <a:stretch/>
        </p:blipFill>
        <p:spPr>
          <a:xfrm>
            <a:off x="311725" y="733475"/>
            <a:ext cx="4027500" cy="4410025"/>
          </a:xfrm>
          <a:prstGeom prst="rect">
            <a:avLst/>
          </a:prstGeom>
        </p:spPr>
      </p:pic>
      <p:sp>
        <p:nvSpPr>
          <p:cNvPr id="576" name="Google Shape;576;p67"/>
          <p:cNvSpPr txBox="1"/>
          <p:nvPr>
            <p:ph type="title"/>
          </p:nvPr>
        </p:nvSpPr>
        <p:spPr>
          <a:xfrm>
            <a:off x="311700" y="1884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WS Correlation Analysis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68"/>
          <p:cNvSpPr txBox="1"/>
          <p:nvPr>
            <p:ph idx="1" type="body"/>
          </p:nvPr>
        </p:nvSpPr>
        <p:spPr>
          <a:xfrm>
            <a:off x="483150" y="2237788"/>
            <a:ext cx="3619800" cy="2171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PER will be modeled by:</a:t>
            </a:r>
            <a:endParaRPr/>
          </a:p>
          <a:p>
            <a:pPr indent="-304800" lvl="0" marL="457200" rtl="0" algn="l">
              <a:spcBef>
                <a:spcPts val="800"/>
              </a:spcBef>
              <a:spcAft>
                <a:spcPts val="0"/>
              </a:spcAft>
              <a:buSzPts val="1200"/>
              <a:buChar char="●"/>
            </a:pPr>
            <a:r>
              <a:rPr lang="en"/>
              <a:t>2PA</a:t>
            </a:r>
            <a:endParaRPr/>
          </a:p>
          <a:p>
            <a:pPr indent="-304800" lvl="0" marL="457200" rtl="0" algn="l">
              <a:spcBef>
                <a:spcPts val="0"/>
              </a:spcBef>
              <a:spcAft>
                <a:spcPts val="0"/>
              </a:spcAft>
              <a:buSzPts val="1200"/>
              <a:buChar char="●"/>
            </a:pPr>
            <a:r>
              <a:rPr lang="en"/>
              <a:t>FTA</a:t>
            </a:r>
            <a:endParaRPr/>
          </a:p>
          <a:p>
            <a:pPr indent="-304800" lvl="0" marL="457200" rtl="0" algn="l">
              <a:spcBef>
                <a:spcPts val="0"/>
              </a:spcBef>
              <a:spcAft>
                <a:spcPts val="0"/>
              </a:spcAft>
              <a:buSzPts val="1200"/>
              <a:buChar char="●"/>
            </a:pPr>
            <a:r>
              <a:rPr lang="en"/>
              <a:t>USG%</a:t>
            </a:r>
            <a:endParaRPr/>
          </a:p>
          <a:p>
            <a:pPr indent="-304800" lvl="0" marL="457200" rtl="0" algn="l">
              <a:spcBef>
                <a:spcPts val="0"/>
              </a:spcBef>
              <a:spcAft>
                <a:spcPts val="0"/>
              </a:spcAft>
              <a:buSzPts val="1200"/>
              <a:buChar char="●"/>
            </a:pPr>
            <a:r>
              <a:rPr lang="en"/>
              <a:t>PF</a:t>
            </a:r>
            <a:endParaRPr/>
          </a:p>
          <a:p>
            <a:pPr indent="-304800" lvl="0" marL="457200" rtl="0" algn="l">
              <a:spcBef>
                <a:spcPts val="0"/>
              </a:spcBef>
              <a:spcAft>
                <a:spcPts val="0"/>
              </a:spcAft>
              <a:buSzPts val="1200"/>
              <a:buChar char="●"/>
            </a:pPr>
            <a:r>
              <a:rPr lang="en"/>
              <a:t>3PA</a:t>
            </a:r>
            <a:endParaRPr/>
          </a:p>
          <a:p>
            <a:pPr indent="-304800" lvl="0" marL="457200" rtl="0" algn="l">
              <a:spcBef>
                <a:spcPts val="0"/>
              </a:spcBef>
              <a:spcAft>
                <a:spcPts val="0"/>
              </a:spcAft>
              <a:buSzPts val="1200"/>
              <a:buChar char="●"/>
            </a:pPr>
            <a:r>
              <a:rPr lang="en"/>
              <a:t>TOV%</a:t>
            </a:r>
            <a:endParaRPr/>
          </a:p>
          <a:p>
            <a:pPr indent="-304800" lvl="0" marL="457200" rtl="0" algn="l">
              <a:spcBef>
                <a:spcPts val="0"/>
              </a:spcBef>
              <a:spcAft>
                <a:spcPts val="0"/>
              </a:spcAft>
              <a:buSzPts val="1200"/>
              <a:buChar char="●"/>
            </a:pPr>
            <a:r>
              <a:rPr lang="en"/>
              <a:t>3PAr</a:t>
            </a:r>
            <a:endParaRPr/>
          </a:p>
          <a:p>
            <a:pPr indent="-304800" lvl="0" marL="457200" rtl="0" algn="l">
              <a:spcBef>
                <a:spcPts val="0"/>
              </a:spcBef>
              <a:spcAft>
                <a:spcPts val="0"/>
              </a:spcAft>
              <a:buSzPts val="1200"/>
              <a:buChar char="●"/>
            </a:pPr>
            <a:r>
              <a:rPr lang="en"/>
              <a:t>Archetype Label</a:t>
            </a:r>
            <a:endParaRPr/>
          </a:p>
        </p:txBody>
      </p:sp>
      <p:sp>
        <p:nvSpPr>
          <p:cNvPr id="582" name="Google Shape;582;p68"/>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WS will be modeled by:</a:t>
            </a:r>
            <a:endParaRPr/>
          </a:p>
          <a:p>
            <a:pPr indent="-304800" lvl="0" marL="457200" rtl="0" algn="l">
              <a:lnSpc>
                <a:spcPct val="115000"/>
              </a:lnSpc>
              <a:spcBef>
                <a:spcPts val="0"/>
              </a:spcBef>
              <a:spcAft>
                <a:spcPts val="0"/>
              </a:spcAft>
              <a:buSzPts val="1200"/>
              <a:buChar char="●"/>
            </a:pPr>
            <a:r>
              <a:rPr lang="en"/>
              <a:t>2PA</a:t>
            </a:r>
            <a:endParaRPr/>
          </a:p>
          <a:p>
            <a:pPr indent="-304800" lvl="0" marL="457200" rtl="0" algn="l">
              <a:lnSpc>
                <a:spcPct val="115000"/>
              </a:lnSpc>
              <a:spcBef>
                <a:spcPts val="0"/>
              </a:spcBef>
              <a:spcAft>
                <a:spcPts val="0"/>
              </a:spcAft>
              <a:buSzPts val="1200"/>
              <a:buChar char="●"/>
            </a:pPr>
            <a:r>
              <a:rPr lang="en"/>
              <a:t>FTA</a:t>
            </a:r>
            <a:endParaRPr/>
          </a:p>
          <a:p>
            <a:pPr indent="-304800" lvl="0" marL="457200" rtl="0" algn="l">
              <a:lnSpc>
                <a:spcPct val="115000"/>
              </a:lnSpc>
              <a:spcBef>
                <a:spcPts val="0"/>
              </a:spcBef>
              <a:spcAft>
                <a:spcPts val="0"/>
              </a:spcAft>
              <a:buSzPts val="1200"/>
              <a:buChar char="●"/>
            </a:pPr>
            <a:r>
              <a:rPr lang="en"/>
              <a:t>USG%</a:t>
            </a:r>
            <a:endParaRPr/>
          </a:p>
          <a:p>
            <a:pPr indent="-304800" lvl="0" marL="457200" rtl="0" algn="l">
              <a:lnSpc>
                <a:spcPct val="115000"/>
              </a:lnSpc>
              <a:spcBef>
                <a:spcPts val="0"/>
              </a:spcBef>
              <a:spcAft>
                <a:spcPts val="0"/>
              </a:spcAft>
              <a:buSzPts val="1200"/>
              <a:buChar char="●"/>
            </a:pPr>
            <a:r>
              <a:rPr lang="en"/>
              <a:t>PF</a:t>
            </a:r>
            <a:endParaRPr/>
          </a:p>
          <a:p>
            <a:pPr indent="-304800" lvl="0" marL="457200" rtl="0" algn="l">
              <a:lnSpc>
                <a:spcPct val="115000"/>
              </a:lnSpc>
              <a:spcBef>
                <a:spcPts val="0"/>
              </a:spcBef>
              <a:spcAft>
                <a:spcPts val="0"/>
              </a:spcAft>
              <a:buSzPts val="1200"/>
              <a:buChar char="●"/>
            </a:pPr>
            <a:r>
              <a:rPr lang="en"/>
              <a:t>3PA</a:t>
            </a:r>
            <a:endParaRPr/>
          </a:p>
          <a:p>
            <a:pPr indent="-304800" lvl="0" marL="457200" rtl="0" algn="l">
              <a:lnSpc>
                <a:spcPct val="115000"/>
              </a:lnSpc>
              <a:spcBef>
                <a:spcPts val="0"/>
              </a:spcBef>
              <a:spcAft>
                <a:spcPts val="0"/>
              </a:spcAft>
              <a:buSzPts val="1200"/>
              <a:buChar char="●"/>
            </a:pPr>
            <a:r>
              <a:rPr lang="en"/>
              <a:t>TOV%</a:t>
            </a:r>
            <a:endParaRPr/>
          </a:p>
          <a:p>
            <a:pPr indent="-304800" lvl="0" marL="457200" rtl="0" algn="l">
              <a:lnSpc>
                <a:spcPct val="115000"/>
              </a:lnSpc>
              <a:spcBef>
                <a:spcPts val="0"/>
              </a:spcBef>
              <a:spcAft>
                <a:spcPts val="0"/>
              </a:spcAft>
              <a:buSzPts val="1200"/>
              <a:buChar char="●"/>
            </a:pPr>
            <a:r>
              <a:rPr lang="en"/>
              <a:t>3PAr</a:t>
            </a:r>
            <a:endParaRPr/>
          </a:p>
          <a:p>
            <a:pPr indent="-304800" lvl="0" marL="457200" rtl="0" algn="l">
              <a:lnSpc>
                <a:spcPct val="115000"/>
              </a:lnSpc>
              <a:spcBef>
                <a:spcPts val="0"/>
              </a:spcBef>
              <a:spcAft>
                <a:spcPts val="0"/>
              </a:spcAft>
              <a:buSzPts val="1200"/>
              <a:buChar char="●"/>
            </a:pPr>
            <a:r>
              <a:rPr lang="en"/>
              <a:t>Archetype Label</a:t>
            </a:r>
            <a:endParaRPr/>
          </a:p>
        </p:txBody>
      </p:sp>
      <p:sp>
        <p:nvSpPr>
          <p:cNvPr id="583" name="Google Shape;583;p6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Model Features</a:t>
            </a:r>
            <a:endParaRPr/>
          </a:p>
        </p:txBody>
      </p:sp>
      <p:sp>
        <p:nvSpPr>
          <p:cNvPr id="584" name="Google Shape;584;p68"/>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a:t>
            </a:r>
            <a:endParaRPr/>
          </a:p>
        </p:txBody>
      </p:sp>
      <p:sp>
        <p:nvSpPr>
          <p:cNvPr id="585" name="Google Shape;585;p68"/>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69"/>
          <p:cNvSpPr txBox="1"/>
          <p:nvPr>
            <p:ph idx="4" type="body"/>
          </p:nvPr>
        </p:nvSpPr>
        <p:spPr>
          <a:xfrm>
            <a:off x="3657600" y="1399300"/>
            <a:ext cx="3554400" cy="31812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lang="en"/>
              <a:t>Purpose:</a:t>
            </a:r>
            <a:endParaRPr/>
          </a:p>
          <a:p>
            <a:pPr indent="-292100" lvl="0" marL="457200" rtl="0" algn="l">
              <a:spcBef>
                <a:spcPts val="800"/>
              </a:spcBef>
              <a:spcAft>
                <a:spcPts val="0"/>
              </a:spcAft>
              <a:buSzPts val="1000"/>
              <a:buChar char="●"/>
            </a:pPr>
            <a:r>
              <a:rPr lang="en"/>
              <a:t>Find player archetypes from the data</a:t>
            </a:r>
            <a:endParaRPr/>
          </a:p>
          <a:p>
            <a:pPr indent="-292100" lvl="0" marL="457200" rtl="0" algn="l">
              <a:spcBef>
                <a:spcPts val="0"/>
              </a:spcBef>
              <a:spcAft>
                <a:spcPts val="0"/>
              </a:spcAft>
              <a:buSzPts val="1000"/>
              <a:buChar char="●"/>
            </a:pPr>
            <a:r>
              <a:rPr lang="en"/>
              <a:t>How does the player play when on the court?</a:t>
            </a:r>
            <a:endParaRPr/>
          </a:p>
          <a:p>
            <a:pPr indent="-292100" lvl="0" marL="457200" rtl="0" algn="l">
              <a:spcBef>
                <a:spcPts val="0"/>
              </a:spcBef>
              <a:spcAft>
                <a:spcPts val="0"/>
              </a:spcAft>
              <a:buSzPts val="1000"/>
              <a:buChar char="●"/>
            </a:pPr>
            <a:r>
              <a:rPr lang="en"/>
              <a:t>We don’t care about efficiency</a:t>
            </a:r>
            <a:endParaRPr/>
          </a:p>
          <a:p>
            <a:pPr indent="0" lvl="0" marL="0" rtl="0" algn="l">
              <a:spcBef>
                <a:spcPts val="800"/>
              </a:spcBef>
              <a:spcAft>
                <a:spcPts val="0"/>
              </a:spcAft>
              <a:buNone/>
            </a:pPr>
            <a:r>
              <a:t/>
            </a:r>
            <a:endParaRPr/>
          </a:p>
          <a:p>
            <a:pPr indent="0" lvl="0" marL="0" rtl="0" algn="l">
              <a:spcBef>
                <a:spcPts val="800"/>
              </a:spcBef>
              <a:spcAft>
                <a:spcPts val="0"/>
              </a:spcAft>
              <a:buNone/>
            </a:pPr>
            <a:r>
              <a:rPr lang="en"/>
              <a:t>Features:</a:t>
            </a:r>
            <a:endParaRPr/>
          </a:p>
          <a:p>
            <a:pPr indent="-292100" lvl="0" marL="457200" rtl="0" algn="l">
              <a:spcBef>
                <a:spcPts val="800"/>
              </a:spcBef>
              <a:spcAft>
                <a:spcPts val="0"/>
              </a:spcAft>
              <a:buSzPts val="1000"/>
              <a:buChar char="●"/>
            </a:pPr>
            <a:r>
              <a:rPr lang="en"/>
              <a:t>2PA per minute</a:t>
            </a:r>
            <a:endParaRPr/>
          </a:p>
          <a:p>
            <a:pPr indent="-292100" lvl="0" marL="457200" rtl="0" algn="l">
              <a:spcBef>
                <a:spcPts val="0"/>
              </a:spcBef>
              <a:spcAft>
                <a:spcPts val="0"/>
              </a:spcAft>
              <a:buSzPts val="1000"/>
              <a:buChar char="●"/>
            </a:pPr>
            <a:r>
              <a:rPr lang="en"/>
              <a:t>3PA per minute</a:t>
            </a:r>
            <a:endParaRPr/>
          </a:p>
          <a:p>
            <a:pPr indent="-292100" lvl="0" marL="457200" rtl="0" algn="l">
              <a:spcBef>
                <a:spcPts val="0"/>
              </a:spcBef>
              <a:spcAft>
                <a:spcPts val="0"/>
              </a:spcAft>
              <a:buSzPts val="1000"/>
              <a:buChar char="●"/>
            </a:pPr>
            <a:r>
              <a:rPr lang="en"/>
              <a:t>FTA per minute</a:t>
            </a:r>
            <a:endParaRPr/>
          </a:p>
          <a:p>
            <a:pPr indent="-292100" lvl="0" marL="457200" rtl="0" algn="l">
              <a:spcBef>
                <a:spcPts val="0"/>
              </a:spcBef>
              <a:spcAft>
                <a:spcPts val="0"/>
              </a:spcAft>
              <a:buSzPts val="1000"/>
              <a:buChar char="●"/>
            </a:pPr>
            <a:r>
              <a:rPr lang="en"/>
              <a:t>PTS per minute</a:t>
            </a:r>
            <a:endParaRPr/>
          </a:p>
          <a:p>
            <a:pPr indent="-292100" lvl="0" marL="457200" rtl="0" algn="l">
              <a:spcBef>
                <a:spcPts val="0"/>
              </a:spcBef>
              <a:spcAft>
                <a:spcPts val="0"/>
              </a:spcAft>
              <a:buSzPts val="1000"/>
              <a:buChar char="●"/>
            </a:pPr>
            <a:r>
              <a:rPr lang="en"/>
              <a:t>AST per minute</a:t>
            </a:r>
            <a:endParaRPr/>
          </a:p>
          <a:p>
            <a:pPr indent="-292100" lvl="0" marL="457200" rtl="0" algn="l">
              <a:spcBef>
                <a:spcPts val="0"/>
              </a:spcBef>
              <a:spcAft>
                <a:spcPts val="0"/>
              </a:spcAft>
              <a:buSzPts val="1000"/>
              <a:buChar char="●"/>
            </a:pPr>
            <a:r>
              <a:rPr lang="en"/>
              <a:t>ORB per minute</a:t>
            </a:r>
            <a:endParaRPr/>
          </a:p>
          <a:p>
            <a:pPr indent="-292100" lvl="0" marL="457200" rtl="0" algn="l">
              <a:spcBef>
                <a:spcPts val="0"/>
              </a:spcBef>
              <a:spcAft>
                <a:spcPts val="0"/>
              </a:spcAft>
              <a:buSzPts val="1000"/>
              <a:buChar char="●"/>
            </a:pPr>
            <a:r>
              <a:rPr lang="en"/>
              <a:t>DRB per minute</a:t>
            </a:r>
            <a:endParaRPr/>
          </a:p>
          <a:p>
            <a:pPr indent="-292100" lvl="0" marL="457200" rtl="0" algn="l">
              <a:spcBef>
                <a:spcPts val="0"/>
              </a:spcBef>
              <a:spcAft>
                <a:spcPts val="0"/>
              </a:spcAft>
              <a:buSzPts val="1000"/>
              <a:buChar char="●"/>
            </a:pPr>
            <a:r>
              <a:rPr lang="en"/>
              <a:t>STL per minute</a:t>
            </a:r>
            <a:endParaRPr/>
          </a:p>
          <a:p>
            <a:pPr indent="-292100" lvl="0" marL="457200" rtl="0" algn="l">
              <a:spcBef>
                <a:spcPts val="0"/>
              </a:spcBef>
              <a:spcAft>
                <a:spcPts val="0"/>
              </a:spcAft>
              <a:buSzPts val="1000"/>
              <a:buChar char="●"/>
            </a:pPr>
            <a:r>
              <a:rPr lang="en"/>
              <a:t>BLK per minute</a:t>
            </a:r>
            <a:endParaRPr/>
          </a:p>
          <a:p>
            <a:pPr indent="-292100" lvl="0" marL="457200" rtl="0" algn="l">
              <a:spcBef>
                <a:spcPts val="0"/>
              </a:spcBef>
              <a:spcAft>
                <a:spcPts val="0"/>
              </a:spcAft>
              <a:buSzPts val="1000"/>
              <a:buChar char="●"/>
            </a:pPr>
            <a:r>
              <a:rPr lang="en"/>
              <a:t>3PAr</a:t>
            </a:r>
            <a:endParaRPr/>
          </a:p>
          <a:p>
            <a:pPr indent="-292100" lvl="0" marL="457200" rtl="0" algn="l">
              <a:spcBef>
                <a:spcPts val="0"/>
              </a:spcBef>
              <a:spcAft>
                <a:spcPts val="0"/>
              </a:spcAft>
              <a:buSzPts val="1000"/>
              <a:buChar char="●"/>
            </a:pPr>
            <a:r>
              <a:rPr lang="en"/>
              <a:t>USG%</a:t>
            </a:r>
            <a:endParaRPr/>
          </a:p>
          <a:p>
            <a:pPr indent="-292100" lvl="0" marL="457200" rtl="0" algn="l">
              <a:spcBef>
                <a:spcPts val="0"/>
              </a:spcBef>
              <a:spcAft>
                <a:spcPts val="0"/>
              </a:spcAft>
              <a:buSzPts val="1000"/>
              <a:buChar char="●"/>
            </a:pPr>
            <a:r>
              <a:rPr lang="en"/>
              <a:t>FTr</a:t>
            </a:r>
            <a:endParaRPr/>
          </a:p>
        </p:txBody>
      </p:sp>
      <p:pic>
        <p:nvPicPr>
          <p:cNvPr descr="scheme the composition of the icon vector. Isolated contour symbol illustration (Provided by Getty Images)" id="591" name="Google Shape;591;p69"/>
          <p:cNvPicPr preferRelativeResize="0"/>
          <p:nvPr>
            <p:ph idx="2" type="pic"/>
          </p:nvPr>
        </p:nvPicPr>
        <p:blipFill rotWithShape="1">
          <a:blip r:embed="rId3">
            <a:alphaModFix/>
          </a:blip>
          <a:srcRect b="0" l="12036" r="12028" t="0"/>
          <a:stretch/>
        </p:blipFill>
        <p:spPr>
          <a:xfrm>
            <a:off x="361975" y="781775"/>
            <a:ext cx="2872801" cy="3783301"/>
          </a:xfrm>
          <a:prstGeom prst="rect">
            <a:avLst/>
          </a:prstGeom>
        </p:spPr>
      </p:pic>
      <p:sp>
        <p:nvSpPr>
          <p:cNvPr id="592" name="Google Shape;592;p69"/>
          <p:cNvSpPr txBox="1"/>
          <p:nvPr>
            <p:ph type="title"/>
          </p:nvPr>
        </p:nvSpPr>
        <p:spPr>
          <a:xfrm>
            <a:off x="3596500" y="839750"/>
            <a:ext cx="5622000" cy="45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Clustering Results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7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Clustering </a:t>
            </a:r>
            <a:endParaRPr/>
          </a:p>
        </p:txBody>
      </p:sp>
      <p:pic>
        <p:nvPicPr>
          <p:cNvPr id="598" name="Google Shape;598;p70" title="KMeans_Silhouette.png"/>
          <p:cNvPicPr preferRelativeResize="0"/>
          <p:nvPr>
            <p:ph idx="2" type="pic"/>
          </p:nvPr>
        </p:nvPicPr>
        <p:blipFill rotWithShape="1">
          <a:blip r:embed="rId3">
            <a:alphaModFix/>
          </a:blip>
          <a:srcRect b="744" l="390" r="-390" t="0"/>
          <a:stretch/>
        </p:blipFill>
        <p:spPr>
          <a:xfrm>
            <a:off x="4804825" y="1133300"/>
            <a:ext cx="4027501" cy="3148449"/>
          </a:xfrm>
          <a:prstGeom prst="rect">
            <a:avLst/>
          </a:prstGeom>
        </p:spPr>
      </p:pic>
      <p:pic>
        <p:nvPicPr>
          <p:cNvPr id="599" name="Google Shape;599;p70" title="KMeans_elbow.png"/>
          <p:cNvPicPr preferRelativeResize="0"/>
          <p:nvPr>
            <p:ph idx="3" type="pic"/>
          </p:nvPr>
        </p:nvPicPr>
        <p:blipFill rotWithShape="1">
          <a:blip r:embed="rId4">
            <a:alphaModFix/>
          </a:blip>
          <a:srcRect b="0" l="0" r="0" t="0"/>
          <a:stretch/>
        </p:blipFill>
        <p:spPr>
          <a:xfrm>
            <a:off x="311725" y="1133300"/>
            <a:ext cx="4027499" cy="314844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pic>
        <p:nvPicPr>
          <p:cNvPr id="604" name="Google Shape;604;p71" title="PCA_k=9.png"/>
          <p:cNvPicPr preferRelativeResize="0"/>
          <p:nvPr>
            <p:ph idx="2" type="pic"/>
          </p:nvPr>
        </p:nvPicPr>
        <p:blipFill rotWithShape="1">
          <a:blip r:embed="rId3">
            <a:alphaModFix/>
          </a:blip>
          <a:srcRect b="0" l="0" r="0" t="0"/>
          <a:stretch/>
        </p:blipFill>
        <p:spPr>
          <a:xfrm>
            <a:off x="4455800" y="1133300"/>
            <a:ext cx="4376525" cy="2683925"/>
          </a:xfrm>
          <a:prstGeom prst="rect">
            <a:avLst/>
          </a:prstGeom>
        </p:spPr>
      </p:pic>
      <p:pic>
        <p:nvPicPr>
          <p:cNvPr id="605" name="Google Shape;605;p71" title="PCA_k=3.png"/>
          <p:cNvPicPr preferRelativeResize="0"/>
          <p:nvPr>
            <p:ph idx="3" type="pic"/>
          </p:nvPr>
        </p:nvPicPr>
        <p:blipFill rotWithShape="1">
          <a:blip r:embed="rId4">
            <a:alphaModFix/>
          </a:blip>
          <a:srcRect b="0" l="0" r="0" t="0"/>
          <a:stretch/>
        </p:blipFill>
        <p:spPr>
          <a:xfrm>
            <a:off x="95900" y="1133300"/>
            <a:ext cx="4243323" cy="2683926"/>
          </a:xfrm>
          <a:prstGeom prst="rect">
            <a:avLst/>
          </a:prstGeom>
        </p:spPr>
      </p:pic>
      <p:sp>
        <p:nvSpPr>
          <p:cNvPr id="606" name="Google Shape;606;p7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Clustering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pic>
        <p:nvPicPr>
          <p:cNvPr descr="Future financial technology controlled by AI robot using machine learning (Provided by Getty Images)" id="611" name="Google Shape;611;p72"/>
          <p:cNvPicPr preferRelativeResize="0"/>
          <p:nvPr>
            <p:ph idx="2" type="pic"/>
          </p:nvPr>
        </p:nvPicPr>
        <p:blipFill rotWithShape="1">
          <a:blip r:embed="rId3">
            <a:alphaModFix/>
          </a:blip>
          <a:srcRect b="0" l="28475" r="28479" t="0"/>
          <a:stretch/>
        </p:blipFill>
        <p:spPr>
          <a:xfrm>
            <a:off x="361975" y="781775"/>
            <a:ext cx="2872801" cy="3783301"/>
          </a:xfrm>
          <a:prstGeom prst="rect">
            <a:avLst/>
          </a:prstGeom>
        </p:spPr>
      </p:pic>
      <p:sp>
        <p:nvSpPr>
          <p:cNvPr id="612" name="Google Shape;612;p72"/>
          <p:cNvSpPr txBox="1"/>
          <p:nvPr>
            <p:ph idx="4" type="body"/>
          </p:nvPr>
        </p:nvSpPr>
        <p:spPr>
          <a:xfrm>
            <a:off x="3657600" y="1333025"/>
            <a:ext cx="3554400" cy="17445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lang="en"/>
              <a:t>Fit Models:</a:t>
            </a:r>
            <a:endParaRPr/>
          </a:p>
          <a:p>
            <a:pPr indent="-292100" lvl="0" marL="457200" rtl="0" algn="l">
              <a:spcBef>
                <a:spcPts val="800"/>
              </a:spcBef>
              <a:spcAft>
                <a:spcPts val="0"/>
              </a:spcAft>
              <a:buSzPts val="1000"/>
              <a:buChar char="●"/>
            </a:pPr>
            <a:r>
              <a:rPr lang="en"/>
              <a:t>Linear Regression (baseline)</a:t>
            </a:r>
            <a:endParaRPr/>
          </a:p>
          <a:p>
            <a:pPr indent="-292100" lvl="0" marL="457200" rtl="0" algn="l">
              <a:spcBef>
                <a:spcPts val="0"/>
              </a:spcBef>
              <a:spcAft>
                <a:spcPts val="0"/>
              </a:spcAft>
              <a:buSzPts val="1000"/>
              <a:buChar char="●"/>
            </a:pPr>
            <a:r>
              <a:rPr lang="en"/>
              <a:t>Random Forest Regressor</a:t>
            </a:r>
            <a:endParaRPr/>
          </a:p>
          <a:p>
            <a:pPr indent="0" lvl="0" marL="0" rtl="0" algn="l">
              <a:spcBef>
                <a:spcPts val="800"/>
              </a:spcBef>
              <a:spcAft>
                <a:spcPts val="0"/>
              </a:spcAft>
              <a:buNone/>
            </a:pPr>
            <a:r>
              <a:rPr lang="en"/>
              <a:t>Predict PER and WS and Analyze Residuals:</a:t>
            </a:r>
            <a:endParaRPr/>
          </a:p>
          <a:p>
            <a:pPr indent="-292100" lvl="0" marL="457200" rtl="0" algn="l">
              <a:spcBef>
                <a:spcPts val="800"/>
              </a:spcBef>
              <a:spcAft>
                <a:spcPts val="0"/>
              </a:spcAft>
              <a:buSzPts val="1000"/>
              <a:buChar char="●"/>
            </a:pPr>
            <a:r>
              <a:rPr lang="en"/>
              <a:t>Positive residual: player is overperforming</a:t>
            </a:r>
            <a:endParaRPr/>
          </a:p>
          <a:p>
            <a:pPr indent="-292100" lvl="0" marL="457200" rtl="0" algn="l">
              <a:spcBef>
                <a:spcPts val="0"/>
              </a:spcBef>
              <a:spcAft>
                <a:spcPts val="0"/>
              </a:spcAft>
              <a:buSzPts val="1000"/>
              <a:buChar char="●"/>
            </a:pPr>
            <a:r>
              <a:rPr lang="en"/>
              <a:t>Negative residual: player is underperforming</a:t>
            </a:r>
            <a:endParaRPr/>
          </a:p>
          <a:p>
            <a:pPr indent="0" lvl="0" marL="0" rtl="0" algn="l">
              <a:spcBef>
                <a:spcPts val="800"/>
              </a:spcBef>
              <a:spcAft>
                <a:spcPts val="0"/>
              </a:spcAft>
              <a:buNone/>
            </a:pPr>
            <a:r>
              <a:rPr lang="en"/>
              <a:t>Interpret Coefficients:</a:t>
            </a:r>
            <a:endParaRPr/>
          </a:p>
          <a:p>
            <a:pPr indent="-292100" lvl="0" marL="457200" rtl="0" algn="l">
              <a:spcBef>
                <a:spcPts val="800"/>
              </a:spcBef>
              <a:spcAft>
                <a:spcPts val="0"/>
              </a:spcAft>
              <a:buSzPts val="1000"/>
              <a:buChar char="●"/>
            </a:pPr>
            <a:r>
              <a:rPr lang="en"/>
              <a:t>See what really leads to efficiency and winning</a:t>
            </a:r>
            <a:endParaRPr/>
          </a:p>
        </p:txBody>
      </p:sp>
      <p:sp>
        <p:nvSpPr>
          <p:cNvPr id="613" name="Google Shape;613;p72"/>
          <p:cNvSpPr txBox="1"/>
          <p:nvPr>
            <p:ph type="title"/>
          </p:nvPr>
        </p:nvSpPr>
        <p:spPr>
          <a:xfrm>
            <a:off x="3657600" y="781775"/>
            <a:ext cx="5486400" cy="489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Future</a:t>
            </a:r>
            <a:r>
              <a:rPr lang="en"/>
              <a:t> Steps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73"/>
          <p:cNvSpPr txBox="1"/>
          <p:nvPr>
            <p:ph type="title"/>
          </p:nvPr>
        </p:nvSpPr>
        <p:spPr>
          <a:xfrm>
            <a:off x="451472" y="2024100"/>
            <a:ext cx="4163100" cy="1372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Thank You</a:t>
            </a:r>
            <a:endParaRPr/>
          </a:p>
          <a:p>
            <a:pPr indent="0" lvl="0" marL="0" rtl="0" algn="l">
              <a:spcBef>
                <a:spcPts val="0"/>
              </a:spcBef>
              <a:spcAft>
                <a:spcPts val="0"/>
              </a:spcAft>
              <a:buNone/>
            </a:pPr>
            <a:r>
              <a:rPr lang="en"/>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